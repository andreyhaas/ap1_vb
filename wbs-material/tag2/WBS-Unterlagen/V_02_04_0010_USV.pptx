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4"/>
  </p:notesMasterIdLst>
  <p:sldIdLst>
    <p:sldId id="258" r:id="rId5"/>
    <p:sldId id="268" r:id="rId6"/>
    <p:sldId id="262" r:id="rId7"/>
    <p:sldId id="278" r:id="rId8"/>
    <p:sldId id="277" r:id="rId9"/>
    <p:sldId id="280" r:id="rId10"/>
    <p:sldId id="279" r:id="rId11"/>
    <p:sldId id="282" r:id="rId12"/>
    <p:sldId id="281"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5" r:id="rId36"/>
    <p:sldId id="306" r:id="rId37"/>
    <p:sldId id="307" r:id="rId38"/>
    <p:sldId id="308" r:id="rId39"/>
    <p:sldId id="309" r:id="rId40"/>
    <p:sldId id="310" r:id="rId41"/>
    <p:sldId id="311" r:id="rId42"/>
    <p:sldId id="257" r:id="rId4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8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2823C1-BF5F-6904-2668-58B44D353CD9}" v="6" dt="2024-02-12T09:12:16.7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30" autoAdjust="0"/>
    <p:restoredTop sz="60673" autoAdjust="0"/>
  </p:normalViewPr>
  <p:slideViewPr>
    <p:cSldViewPr snapToGrid="0">
      <p:cViewPr varScale="1">
        <p:scale>
          <a:sx n="69" d="100"/>
          <a:sy n="69" d="100"/>
        </p:scale>
        <p:origin x="228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Broers" userId="c3680e268fc62312" providerId="LiveId" clId="{A6ABC99E-DE27-714C-B389-B21CB5E91E6D}"/>
    <pc:docChg chg="modSld">
      <pc:chgData name="Sebastian Broers" userId="c3680e268fc62312" providerId="LiveId" clId="{A6ABC99E-DE27-714C-B389-B21CB5E91E6D}" dt="2021-07-16T12:33:46.519" v="0" actId="14826"/>
      <pc:docMkLst>
        <pc:docMk/>
      </pc:docMkLst>
      <pc:sldChg chg="modSp">
        <pc:chgData name="Sebastian Broers" userId="c3680e268fc62312" providerId="LiveId" clId="{A6ABC99E-DE27-714C-B389-B21CB5E91E6D}" dt="2021-07-16T12:33:46.519" v="0" actId="14826"/>
        <pc:sldMkLst>
          <pc:docMk/>
          <pc:sldMk cId="434725943" sldId="299"/>
        </pc:sldMkLst>
        <pc:spChg chg="mod">
          <ac:chgData name="Sebastian Broers" userId="c3680e268fc62312" providerId="LiveId" clId="{A6ABC99E-DE27-714C-B389-B21CB5E91E6D}" dt="2021-07-16T12:33:46.519" v="0" actId="14826"/>
          <ac:spMkLst>
            <pc:docMk/>
            <pc:sldMk cId="434725943" sldId="299"/>
            <ac:spMk id="15" creationId="{AB2E6F1D-4B5D-4C81-B41B-7466554708FB}"/>
          </ac:spMkLst>
        </pc:spChg>
        <pc:grpChg chg="mod">
          <ac:chgData name="Sebastian Broers" userId="c3680e268fc62312" providerId="LiveId" clId="{A6ABC99E-DE27-714C-B389-B21CB5E91E6D}" dt="2021-07-16T12:33:46.519" v="0" actId="14826"/>
          <ac:grpSpMkLst>
            <pc:docMk/>
            <pc:sldMk cId="434725943" sldId="299"/>
            <ac:grpSpMk id="12" creationId="{B793CFB7-6F32-452A-BA0E-F913653592FB}"/>
          </ac:grpSpMkLst>
        </pc:grpChg>
        <pc:picChg chg="mod">
          <ac:chgData name="Sebastian Broers" userId="c3680e268fc62312" providerId="LiveId" clId="{A6ABC99E-DE27-714C-B389-B21CB5E91E6D}" dt="2021-07-16T12:33:46.519" v="0" actId="14826"/>
          <ac:picMkLst>
            <pc:docMk/>
            <pc:sldMk cId="434725943" sldId="299"/>
            <ac:picMk id="14" creationId="{F96E49A1-9583-4025-B4AD-D18606567615}"/>
          </ac:picMkLst>
        </pc:picChg>
      </pc:sldChg>
    </pc:docChg>
  </pc:docChgLst>
  <pc:docChgLst>
    <pc:chgData name="Sebastian Broers" userId="c3680e268fc62312" providerId="LiveId" clId="{3B61F686-473B-4BC6-A30A-56F2A3973A8A}"/>
    <pc:docChg chg="undo redo custSel addSld delSld modSld sldOrd modMainMaster">
      <pc:chgData name="Sebastian Broers" userId="c3680e268fc62312" providerId="LiveId" clId="{3B61F686-473B-4BC6-A30A-56F2A3973A8A}" dt="2021-05-06T07:11:51.553" v="170"/>
      <pc:docMkLst>
        <pc:docMk/>
      </pc:docMkLst>
      <pc:sldChg chg="addSp delSp modSp del mod modClrScheme chgLayout">
        <pc:chgData name="Sebastian Broers" userId="c3680e268fc62312" providerId="LiveId" clId="{3B61F686-473B-4BC6-A30A-56F2A3973A8A}" dt="2021-05-05T13:50:18.060" v="16" actId="47"/>
        <pc:sldMkLst>
          <pc:docMk/>
          <pc:sldMk cId="2833783843" sldId="256"/>
        </pc:sldMkLst>
        <pc:spChg chg="del mod ord">
          <ac:chgData name="Sebastian Broers" userId="c3680e268fc62312" providerId="LiveId" clId="{3B61F686-473B-4BC6-A30A-56F2A3973A8A}" dt="2021-05-05T13:48:30.790" v="1" actId="700"/>
          <ac:spMkLst>
            <pc:docMk/>
            <pc:sldMk cId="2833783843" sldId="256"/>
            <ac:spMk id="2" creationId="{0E11C75E-600D-4DC4-BFB7-514F51A81750}"/>
          </ac:spMkLst>
        </pc:spChg>
        <pc:spChg chg="del mod ord">
          <ac:chgData name="Sebastian Broers" userId="c3680e268fc62312" providerId="LiveId" clId="{3B61F686-473B-4BC6-A30A-56F2A3973A8A}" dt="2021-05-05T13:48:30.790" v="1" actId="700"/>
          <ac:spMkLst>
            <pc:docMk/>
            <pc:sldMk cId="2833783843" sldId="256"/>
            <ac:spMk id="3" creationId="{D4E3FE65-A8A2-40D3-B97B-40FB76544A12}"/>
          </ac:spMkLst>
        </pc:spChg>
        <pc:spChg chg="add mod ord">
          <ac:chgData name="Sebastian Broers" userId="c3680e268fc62312" providerId="LiveId" clId="{3B61F686-473B-4BC6-A30A-56F2A3973A8A}" dt="2021-05-05T13:48:30.790" v="1" actId="700"/>
          <ac:spMkLst>
            <pc:docMk/>
            <pc:sldMk cId="2833783843" sldId="256"/>
            <ac:spMk id="4" creationId="{1F8B3D54-D8CC-4D3D-A73C-63820B10BAFE}"/>
          </ac:spMkLst>
        </pc:spChg>
        <pc:spChg chg="add mod ord">
          <ac:chgData name="Sebastian Broers" userId="c3680e268fc62312" providerId="LiveId" clId="{3B61F686-473B-4BC6-A30A-56F2A3973A8A}" dt="2021-05-05T13:48:30.790" v="1" actId="700"/>
          <ac:spMkLst>
            <pc:docMk/>
            <pc:sldMk cId="2833783843" sldId="256"/>
            <ac:spMk id="5" creationId="{DF4934A1-8331-41C2-BD98-FC78B0280EEC}"/>
          </ac:spMkLst>
        </pc:spChg>
      </pc:sldChg>
      <pc:sldChg chg="addSp delSp modSp new del mod modClrScheme chgLayout">
        <pc:chgData name="Sebastian Broers" userId="c3680e268fc62312" providerId="LiveId" clId="{3B61F686-473B-4BC6-A30A-56F2A3973A8A}" dt="2021-05-05T13:49:42.309" v="5" actId="47"/>
        <pc:sldMkLst>
          <pc:docMk/>
          <pc:sldMk cId="4068973722" sldId="257"/>
        </pc:sldMkLst>
        <pc:spChg chg="mod ord">
          <ac:chgData name="Sebastian Broers" userId="c3680e268fc62312" providerId="LiveId" clId="{3B61F686-473B-4BC6-A30A-56F2A3973A8A}" dt="2021-05-05T13:48:57.783" v="3" actId="700"/>
          <ac:spMkLst>
            <pc:docMk/>
            <pc:sldMk cId="4068973722" sldId="257"/>
            <ac:spMk id="2" creationId="{5473606F-A5F1-4743-89AA-35C7508FA836}"/>
          </ac:spMkLst>
        </pc:spChg>
        <pc:spChg chg="mod ord">
          <ac:chgData name="Sebastian Broers" userId="c3680e268fc62312" providerId="LiveId" clId="{3B61F686-473B-4BC6-A30A-56F2A3973A8A}" dt="2021-05-05T13:48:57.783" v="3" actId="700"/>
          <ac:spMkLst>
            <pc:docMk/>
            <pc:sldMk cId="4068973722" sldId="257"/>
            <ac:spMk id="3" creationId="{05FD6147-A471-4461-8B05-3755A3CCC5BC}"/>
          </ac:spMkLst>
        </pc:spChg>
        <pc:spChg chg="mod ord">
          <ac:chgData name="Sebastian Broers" userId="c3680e268fc62312" providerId="LiveId" clId="{3B61F686-473B-4BC6-A30A-56F2A3973A8A}" dt="2021-05-05T13:48:57.783" v="3" actId="700"/>
          <ac:spMkLst>
            <pc:docMk/>
            <pc:sldMk cId="4068973722" sldId="257"/>
            <ac:spMk id="4" creationId="{A5574CF3-BB4C-4CB6-820C-7ECBA9B231A1}"/>
          </ac:spMkLst>
        </pc:spChg>
        <pc:spChg chg="del mod ord">
          <ac:chgData name="Sebastian Broers" userId="c3680e268fc62312" providerId="LiveId" clId="{3B61F686-473B-4BC6-A30A-56F2A3973A8A}" dt="2021-05-05T13:48:57.783" v="3" actId="700"/>
          <ac:spMkLst>
            <pc:docMk/>
            <pc:sldMk cId="4068973722" sldId="257"/>
            <ac:spMk id="5" creationId="{EC6A54B7-25F9-497C-8902-E70C34EEEFCB}"/>
          </ac:spMkLst>
        </pc:spChg>
        <pc:spChg chg="del mod ord">
          <ac:chgData name="Sebastian Broers" userId="c3680e268fc62312" providerId="LiveId" clId="{3B61F686-473B-4BC6-A30A-56F2A3973A8A}" dt="2021-05-05T13:48:57.783" v="3" actId="700"/>
          <ac:spMkLst>
            <pc:docMk/>
            <pc:sldMk cId="4068973722" sldId="257"/>
            <ac:spMk id="6" creationId="{75C12074-B1D2-40A4-8E70-21EF7555D810}"/>
          </ac:spMkLst>
        </pc:spChg>
        <pc:spChg chg="del">
          <ac:chgData name="Sebastian Broers" userId="c3680e268fc62312" providerId="LiveId" clId="{3B61F686-473B-4BC6-A30A-56F2A3973A8A}" dt="2021-05-05T13:48:57.783" v="3" actId="700"/>
          <ac:spMkLst>
            <pc:docMk/>
            <pc:sldMk cId="4068973722" sldId="257"/>
            <ac:spMk id="7" creationId="{B072689A-61CC-41BB-9511-E8BAA42E9E93}"/>
          </ac:spMkLst>
        </pc:spChg>
        <pc:spChg chg="add mod ord">
          <ac:chgData name="Sebastian Broers" userId="c3680e268fc62312" providerId="LiveId" clId="{3B61F686-473B-4BC6-A30A-56F2A3973A8A}" dt="2021-05-05T13:48:57.797" v="4" actId="27636"/>
          <ac:spMkLst>
            <pc:docMk/>
            <pc:sldMk cId="4068973722" sldId="257"/>
            <ac:spMk id="8" creationId="{3A8FB8C1-204B-494B-B084-F87744490578}"/>
          </ac:spMkLst>
        </pc:spChg>
        <pc:spChg chg="add mod ord">
          <ac:chgData name="Sebastian Broers" userId="c3680e268fc62312" providerId="LiveId" clId="{3B61F686-473B-4BC6-A30A-56F2A3973A8A}" dt="2021-05-05T13:48:57.783" v="3" actId="700"/>
          <ac:spMkLst>
            <pc:docMk/>
            <pc:sldMk cId="4068973722" sldId="257"/>
            <ac:spMk id="9" creationId="{423C1D37-1907-407C-97DF-4403737910CA}"/>
          </ac:spMkLst>
        </pc:spChg>
        <pc:spChg chg="add mod ord">
          <ac:chgData name="Sebastian Broers" userId="c3680e268fc62312" providerId="LiveId" clId="{3B61F686-473B-4BC6-A30A-56F2A3973A8A}" dt="2021-05-05T13:48:57.783" v="3" actId="700"/>
          <ac:spMkLst>
            <pc:docMk/>
            <pc:sldMk cId="4068973722" sldId="257"/>
            <ac:spMk id="10" creationId="{0AD9B762-83B7-4487-9CED-EA0544EF2930}"/>
          </ac:spMkLst>
        </pc:spChg>
        <pc:spChg chg="add mod ord">
          <ac:chgData name="Sebastian Broers" userId="c3680e268fc62312" providerId="LiveId" clId="{3B61F686-473B-4BC6-A30A-56F2A3973A8A}" dt="2021-05-05T13:48:57.783" v="3" actId="700"/>
          <ac:spMkLst>
            <pc:docMk/>
            <pc:sldMk cId="4068973722" sldId="257"/>
            <ac:spMk id="11" creationId="{76B395B7-30CB-4394-B91C-D06A6906264B}"/>
          </ac:spMkLst>
        </pc:spChg>
        <pc:spChg chg="add mod ord">
          <ac:chgData name="Sebastian Broers" userId="c3680e268fc62312" providerId="LiveId" clId="{3B61F686-473B-4BC6-A30A-56F2A3973A8A}" dt="2021-05-05T13:48:57.783" v="3" actId="700"/>
          <ac:spMkLst>
            <pc:docMk/>
            <pc:sldMk cId="4068973722" sldId="257"/>
            <ac:spMk id="12" creationId="{A5C43307-F08A-4F1A-A533-D0D48BAA28E6}"/>
          </ac:spMkLst>
        </pc:spChg>
      </pc:sldChg>
      <pc:sldChg chg="addSp delSp modSp add mod">
        <pc:chgData name="Sebastian Broers" userId="c3680e268fc62312" providerId="LiveId" clId="{3B61F686-473B-4BC6-A30A-56F2A3973A8A}" dt="2021-05-06T07:11:46.273" v="168"/>
        <pc:sldMkLst>
          <pc:docMk/>
          <pc:sldMk cId="4251287452" sldId="257"/>
        </pc:sldMkLst>
        <pc:spChg chg="del">
          <ac:chgData name="Sebastian Broers" userId="c3680e268fc62312" providerId="LiveId" clId="{3B61F686-473B-4BC6-A30A-56F2A3973A8A}" dt="2021-05-06T07:11:44.625" v="167" actId="478"/>
          <ac:spMkLst>
            <pc:docMk/>
            <pc:sldMk cId="4251287452" sldId="257"/>
            <ac:spMk id="3" creationId="{00000000-0000-0000-0000-000000000000}"/>
          </ac:spMkLst>
        </pc:spChg>
        <pc:spChg chg="add mod">
          <ac:chgData name="Sebastian Broers" userId="c3680e268fc62312" providerId="LiveId" clId="{3B61F686-473B-4BC6-A30A-56F2A3973A8A}" dt="2021-05-06T07:11:46.273" v="168"/>
          <ac:spMkLst>
            <pc:docMk/>
            <pc:sldMk cId="4251287452" sldId="257"/>
            <ac:spMk id="19" creationId="{59583108-7DCC-420D-8ED1-168F717A27A4}"/>
          </ac:spMkLst>
        </pc:spChg>
      </pc:sldChg>
      <pc:sldChg chg="addSp delSp modSp add mod ord">
        <pc:chgData name="Sebastian Broers" userId="c3680e268fc62312" providerId="LiveId" clId="{3B61F686-473B-4BC6-A30A-56F2A3973A8A}" dt="2021-05-06T07:11:08.504" v="154"/>
        <pc:sldMkLst>
          <pc:docMk/>
          <pc:sldMk cId="314895424" sldId="258"/>
        </pc:sldMkLst>
        <pc:spChg chg="mod">
          <ac:chgData name="Sebastian Broers" userId="c3680e268fc62312" providerId="LiveId" clId="{3B61F686-473B-4BC6-A30A-56F2A3973A8A}" dt="2021-05-05T13:56:16.450" v="68" actId="20577"/>
          <ac:spMkLst>
            <pc:docMk/>
            <pc:sldMk cId="314895424" sldId="258"/>
            <ac:spMk id="2" creationId="{00000000-0000-0000-0000-000000000000}"/>
          </ac:spMkLst>
        </pc:spChg>
        <pc:spChg chg="del mod">
          <ac:chgData name="Sebastian Broers" userId="c3680e268fc62312" providerId="LiveId" clId="{3B61F686-473B-4BC6-A30A-56F2A3973A8A}" dt="2021-05-06T07:11:06.727" v="153" actId="478"/>
          <ac:spMkLst>
            <pc:docMk/>
            <pc:sldMk cId="314895424" sldId="258"/>
            <ac:spMk id="5" creationId="{00000000-0000-0000-0000-000000000000}"/>
          </ac:spMkLst>
        </pc:spChg>
        <pc:spChg chg="add mod">
          <ac:chgData name="Sebastian Broers" userId="c3680e268fc62312" providerId="LiveId" clId="{3B61F686-473B-4BC6-A30A-56F2A3973A8A}" dt="2021-05-06T07:11:08.504" v="154"/>
          <ac:spMkLst>
            <pc:docMk/>
            <pc:sldMk cId="314895424" sldId="258"/>
            <ac:spMk id="15" creationId="{CF8E2A68-533E-4691-B47F-D2CEA4F20DFE}"/>
          </ac:spMkLst>
        </pc:spChg>
      </pc:sldChg>
      <pc:sldChg chg="addSp delSp modSp add mod ord modShow">
        <pc:chgData name="Sebastian Broers" userId="c3680e268fc62312" providerId="LiveId" clId="{3B61F686-473B-4BC6-A30A-56F2A3973A8A}" dt="2021-05-06T07:11:18.637" v="156"/>
        <pc:sldMkLst>
          <pc:docMk/>
          <pc:sldMk cId="581079009" sldId="259"/>
        </pc:sldMkLst>
        <pc:spChg chg="del">
          <ac:chgData name="Sebastian Broers" userId="c3680e268fc62312" providerId="LiveId" clId="{3B61F686-473B-4BC6-A30A-56F2A3973A8A}" dt="2021-05-06T07:11:17.178" v="155" actId="478"/>
          <ac:spMkLst>
            <pc:docMk/>
            <pc:sldMk cId="581079009" sldId="259"/>
            <ac:spMk id="3" creationId="{00000000-0000-0000-0000-000000000000}"/>
          </ac:spMkLst>
        </pc:spChg>
        <pc:spChg chg="add mod">
          <ac:chgData name="Sebastian Broers" userId="c3680e268fc62312" providerId="LiveId" clId="{3B61F686-473B-4BC6-A30A-56F2A3973A8A}" dt="2021-05-06T07:11:18.637" v="156"/>
          <ac:spMkLst>
            <pc:docMk/>
            <pc:sldMk cId="581079009" sldId="259"/>
            <ac:spMk id="31" creationId="{7A8D1D15-E2B2-4A37-BDAE-465C64A9C9F4}"/>
          </ac:spMkLst>
        </pc:spChg>
      </pc:sldChg>
      <pc:sldChg chg="addSp delSp modSp add mod ord modShow">
        <pc:chgData name="Sebastian Broers" userId="c3680e268fc62312" providerId="LiveId" clId="{3B61F686-473B-4BC6-A30A-56F2A3973A8A}" dt="2021-05-06T07:11:22.469" v="158"/>
        <pc:sldMkLst>
          <pc:docMk/>
          <pc:sldMk cId="3121829160" sldId="260"/>
        </pc:sldMkLst>
        <pc:spChg chg="del">
          <ac:chgData name="Sebastian Broers" userId="c3680e268fc62312" providerId="LiveId" clId="{3B61F686-473B-4BC6-A30A-56F2A3973A8A}" dt="2021-05-06T07:11:21.258" v="157" actId="478"/>
          <ac:spMkLst>
            <pc:docMk/>
            <pc:sldMk cId="3121829160" sldId="260"/>
            <ac:spMk id="3" creationId="{00000000-0000-0000-0000-000000000000}"/>
          </ac:spMkLst>
        </pc:spChg>
        <pc:spChg chg="add mod">
          <ac:chgData name="Sebastian Broers" userId="c3680e268fc62312" providerId="LiveId" clId="{3B61F686-473B-4BC6-A30A-56F2A3973A8A}" dt="2021-05-06T07:11:22.469" v="158"/>
          <ac:spMkLst>
            <pc:docMk/>
            <pc:sldMk cId="3121829160" sldId="260"/>
            <ac:spMk id="30" creationId="{64AD5286-0ECE-432D-9741-281BB821A9E8}"/>
          </ac:spMkLst>
        </pc:spChg>
      </pc:sldChg>
      <pc:sldChg chg="addSp delSp modSp add mod ord">
        <pc:chgData name="Sebastian Broers" userId="c3680e268fc62312" providerId="LiveId" clId="{3B61F686-473B-4BC6-A30A-56F2A3973A8A}" dt="2021-05-06T07:11:26.700" v="160"/>
        <pc:sldMkLst>
          <pc:docMk/>
          <pc:sldMk cId="2762910432" sldId="261"/>
        </pc:sldMkLst>
        <pc:spChg chg="del">
          <ac:chgData name="Sebastian Broers" userId="c3680e268fc62312" providerId="LiveId" clId="{3B61F686-473B-4BC6-A30A-56F2A3973A8A}" dt="2021-05-06T07:11:25.531" v="159" actId="478"/>
          <ac:spMkLst>
            <pc:docMk/>
            <pc:sldMk cId="2762910432" sldId="261"/>
            <ac:spMk id="4" creationId="{00000000-0000-0000-0000-000000000000}"/>
          </ac:spMkLst>
        </pc:spChg>
        <pc:spChg chg="add mod">
          <ac:chgData name="Sebastian Broers" userId="c3680e268fc62312" providerId="LiveId" clId="{3B61F686-473B-4BC6-A30A-56F2A3973A8A}" dt="2021-05-06T07:11:26.700" v="160"/>
          <ac:spMkLst>
            <pc:docMk/>
            <pc:sldMk cId="2762910432" sldId="261"/>
            <ac:spMk id="8" creationId="{40EABAF9-AFBD-45F0-A303-28005BECD7D3}"/>
          </ac:spMkLst>
        </pc:spChg>
      </pc:sldChg>
      <pc:sldChg chg="addSp delSp modSp add mod ord">
        <pc:chgData name="Sebastian Broers" userId="c3680e268fc62312" providerId="LiveId" clId="{3B61F686-473B-4BC6-A30A-56F2A3973A8A}" dt="2021-05-06T07:11:31.452" v="162"/>
        <pc:sldMkLst>
          <pc:docMk/>
          <pc:sldMk cId="1545939387" sldId="262"/>
        </pc:sldMkLst>
        <pc:spChg chg="del">
          <ac:chgData name="Sebastian Broers" userId="c3680e268fc62312" providerId="LiveId" clId="{3B61F686-473B-4BC6-A30A-56F2A3973A8A}" dt="2021-05-06T07:11:29.946" v="161" actId="478"/>
          <ac:spMkLst>
            <pc:docMk/>
            <pc:sldMk cId="1545939387" sldId="262"/>
            <ac:spMk id="3" creationId="{00000000-0000-0000-0000-000000000000}"/>
          </ac:spMkLst>
        </pc:spChg>
        <pc:spChg chg="add mod">
          <ac:chgData name="Sebastian Broers" userId="c3680e268fc62312" providerId="LiveId" clId="{3B61F686-473B-4BC6-A30A-56F2A3973A8A}" dt="2021-05-06T07:11:31.452" v="162"/>
          <ac:spMkLst>
            <pc:docMk/>
            <pc:sldMk cId="1545939387" sldId="262"/>
            <ac:spMk id="23" creationId="{A927FDF3-1339-4CE8-AC0D-7233A8241288}"/>
          </ac:spMkLst>
        </pc:spChg>
      </pc:sldChg>
      <pc:sldChg chg="addSp delSp modSp add mod ord">
        <pc:chgData name="Sebastian Broers" userId="c3680e268fc62312" providerId="LiveId" clId="{3B61F686-473B-4BC6-A30A-56F2A3973A8A}" dt="2021-05-06T07:11:36.586" v="164"/>
        <pc:sldMkLst>
          <pc:docMk/>
          <pc:sldMk cId="124429707" sldId="263"/>
        </pc:sldMkLst>
        <pc:spChg chg="del">
          <ac:chgData name="Sebastian Broers" userId="c3680e268fc62312" providerId="LiveId" clId="{3B61F686-473B-4BC6-A30A-56F2A3973A8A}" dt="2021-05-06T07:11:35.387" v="163" actId="478"/>
          <ac:spMkLst>
            <pc:docMk/>
            <pc:sldMk cId="124429707" sldId="263"/>
            <ac:spMk id="3" creationId="{00000000-0000-0000-0000-000000000000}"/>
          </ac:spMkLst>
        </pc:spChg>
        <pc:spChg chg="add mod">
          <ac:chgData name="Sebastian Broers" userId="c3680e268fc62312" providerId="LiveId" clId="{3B61F686-473B-4BC6-A30A-56F2A3973A8A}" dt="2021-05-06T07:11:36.586" v="164"/>
          <ac:spMkLst>
            <pc:docMk/>
            <pc:sldMk cId="124429707" sldId="263"/>
            <ac:spMk id="10" creationId="{C1F31A9E-353E-4C51-BA82-733D60986B84}"/>
          </ac:spMkLst>
        </pc:spChg>
      </pc:sldChg>
      <pc:sldChg chg="add">
        <pc:chgData name="Sebastian Broers" userId="c3680e268fc62312" providerId="LiveId" clId="{3B61F686-473B-4BC6-A30A-56F2A3973A8A}" dt="2021-05-05T13:51:25.859" v="26" actId="22"/>
        <pc:sldMkLst>
          <pc:docMk/>
          <pc:sldMk cId="1069045683" sldId="264"/>
        </pc:sldMkLst>
      </pc:sldChg>
      <pc:sldChg chg="addSp delSp modSp add mod ord">
        <pc:chgData name="Sebastian Broers" userId="c3680e268fc62312" providerId="LiveId" clId="{3B61F686-473B-4BC6-A30A-56F2A3973A8A}" dt="2021-05-06T07:11:41.330" v="166"/>
        <pc:sldMkLst>
          <pc:docMk/>
          <pc:sldMk cId="690260394" sldId="265"/>
        </pc:sldMkLst>
        <pc:spChg chg="del">
          <ac:chgData name="Sebastian Broers" userId="c3680e268fc62312" providerId="LiveId" clId="{3B61F686-473B-4BC6-A30A-56F2A3973A8A}" dt="2021-05-06T07:11:40.002" v="165" actId="478"/>
          <ac:spMkLst>
            <pc:docMk/>
            <pc:sldMk cId="690260394" sldId="265"/>
            <ac:spMk id="3" creationId="{00000000-0000-0000-0000-000000000000}"/>
          </ac:spMkLst>
        </pc:spChg>
        <pc:spChg chg="add mod">
          <ac:chgData name="Sebastian Broers" userId="c3680e268fc62312" providerId="LiveId" clId="{3B61F686-473B-4BC6-A30A-56F2A3973A8A}" dt="2021-05-06T07:11:41.330" v="166"/>
          <ac:spMkLst>
            <pc:docMk/>
            <pc:sldMk cId="690260394" sldId="265"/>
            <ac:spMk id="19" creationId="{5DC4469C-97BF-474C-B8C7-AE924137E765}"/>
          </ac:spMkLst>
        </pc:spChg>
      </pc:sldChg>
      <pc:sldChg chg="addSp delSp modSp add mod ord modShow">
        <pc:chgData name="Sebastian Broers" userId="c3680e268fc62312" providerId="LiveId" clId="{3B61F686-473B-4BC6-A30A-56F2A3973A8A}" dt="2021-05-06T07:11:51.553" v="170"/>
        <pc:sldMkLst>
          <pc:docMk/>
          <pc:sldMk cId="3956954903" sldId="266"/>
        </pc:sldMkLst>
        <pc:spChg chg="del">
          <ac:chgData name="Sebastian Broers" userId="c3680e268fc62312" providerId="LiveId" clId="{3B61F686-473B-4BC6-A30A-56F2A3973A8A}" dt="2021-05-06T07:11:50.340" v="169" actId="478"/>
          <ac:spMkLst>
            <pc:docMk/>
            <pc:sldMk cId="3956954903" sldId="266"/>
            <ac:spMk id="3" creationId="{00000000-0000-0000-0000-000000000000}"/>
          </ac:spMkLst>
        </pc:spChg>
        <pc:spChg chg="add mod">
          <ac:chgData name="Sebastian Broers" userId="c3680e268fc62312" providerId="LiveId" clId="{3B61F686-473B-4BC6-A30A-56F2A3973A8A}" dt="2021-05-06T07:11:51.553" v="170"/>
          <ac:spMkLst>
            <pc:docMk/>
            <pc:sldMk cId="3956954903" sldId="266"/>
            <ac:spMk id="30" creationId="{47F9C1CB-E5E1-488D-B78B-2603D508D1CD}"/>
          </ac:spMkLst>
        </pc:spChg>
      </pc:sldChg>
      <pc:sldMasterChg chg="addSp delSp modSp mod modSldLayout">
        <pc:chgData name="Sebastian Broers" userId="c3680e268fc62312" providerId="LiveId" clId="{3B61F686-473B-4BC6-A30A-56F2A3973A8A}" dt="2021-05-06T07:08:50.166" v="145"/>
        <pc:sldMasterMkLst>
          <pc:docMk/>
          <pc:sldMasterMk cId="984608907" sldId="2147483660"/>
        </pc:sldMasterMkLst>
        <pc:spChg chg="del mod">
          <ac:chgData name="Sebastian Broers" userId="c3680e268fc62312" providerId="LiveId" clId="{3B61F686-473B-4BC6-A30A-56F2A3973A8A}" dt="2021-05-06T07:04:28.253" v="80" actId="21"/>
          <ac:spMkLst>
            <pc:docMk/>
            <pc:sldMasterMk cId="984608907" sldId="2147483660"/>
            <ac:spMk id="5" creationId="{00000000-0000-0000-0000-000000000000}"/>
          </ac:spMkLst>
        </pc:spChg>
        <pc:spChg chg="add mod">
          <ac:chgData name="Sebastian Broers" userId="c3680e268fc62312" providerId="LiveId" clId="{3B61F686-473B-4BC6-A30A-56F2A3973A8A}" dt="2021-05-06T07:04:29.800" v="81"/>
          <ac:spMkLst>
            <pc:docMk/>
            <pc:sldMasterMk cId="984608907" sldId="2147483660"/>
            <ac:spMk id="8" creationId="{146B1A28-71FD-45A9-BFC5-F88AE13BCEB3}"/>
          </ac:spMkLst>
        </pc:spChg>
        <pc:sldLayoutChg chg="addSp delSp modSp mod">
          <pc:chgData name="Sebastian Broers" userId="c3680e268fc62312" providerId="LiveId" clId="{3B61F686-473B-4BC6-A30A-56F2A3973A8A}" dt="2021-05-06T07:04:52.786" v="82"/>
          <pc:sldLayoutMkLst>
            <pc:docMk/>
            <pc:sldMasterMk cId="984608907" sldId="2147483660"/>
            <pc:sldLayoutMk cId="416962122" sldId="2147483661"/>
          </pc:sldLayoutMkLst>
          <pc:spChg chg="del mod">
            <ac:chgData name="Sebastian Broers" userId="c3680e268fc62312" providerId="LiveId" clId="{3B61F686-473B-4BC6-A30A-56F2A3973A8A}" dt="2021-05-06T07:04:23.984" v="79" actId="478"/>
            <ac:spMkLst>
              <pc:docMk/>
              <pc:sldMasterMk cId="984608907" sldId="2147483660"/>
              <pc:sldLayoutMk cId="416962122" sldId="2147483661"/>
              <ac:spMk id="5" creationId="{00000000-0000-0000-0000-000000000000}"/>
            </ac:spMkLst>
          </pc:spChg>
          <pc:spChg chg="add mod">
            <ac:chgData name="Sebastian Broers" userId="c3680e268fc62312" providerId="LiveId" clId="{3B61F686-473B-4BC6-A30A-56F2A3973A8A}" dt="2021-05-06T07:04:52.786" v="82"/>
            <ac:spMkLst>
              <pc:docMk/>
              <pc:sldMasterMk cId="984608907" sldId="2147483660"/>
              <pc:sldLayoutMk cId="416962122" sldId="2147483661"/>
              <ac:spMk id="11" creationId="{652E248F-2E6A-4DE9-BA4F-8AECE4AEE20D}"/>
            </ac:spMkLst>
          </pc:spChg>
        </pc:sldLayoutChg>
        <pc:sldLayoutChg chg="addSp delSp modSp mod">
          <pc:chgData name="Sebastian Broers" userId="c3680e268fc62312" providerId="LiveId" clId="{3B61F686-473B-4BC6-A30A-56F2A3973A8A}" dt="2021-05-06T07:04:59.950" v="84"/>
          <pc:sldLayoutMkLst>
            <pc:docMk/>
            <pc:sldMasterMk cId="984608907" sldId="2147483660"/>
            <pc:sldLayoutMk cId="3217273537" sldId="2147483662"/>
          </pc:sldLayoutMkLst>
          <pc:spChg chg="del">
            <ac:chgData name="Sebastian Broers" userId="c3680e268fc62312" providerId="LiveId" clId="{3B61F686-473B-4BC6-A30A-56F2A3973A8A}" dt="2021-05-06T07:04:58.453" v="83" actId="478"/>
            <ac:spMkLst>
              <pc:docMk/>
              <pc:sldMasterMk cId="984608907" sldId="2147483660"/>
              <pc:sldLayoutMk cId="3217273537" sldId="2147483662"/>
              <ac:spMk id="5" creationId="{00000000-0000-0000-0000-000000000000}"/>
            </ac:spMkLst>
          </pc:spChg>
          <pc:spChg chg="add mod">
            <ac:chgData name="Sebastian Broers" userId="c3680e268fc62312" providerId="LiveId" clId="{3B61F686-473B-4BC6-A30A-56F2A3973A8A}" dt="2021-05-06T07:04:59.950" v="84"/>
            <ac:spMkLst>
              <pc:docMk/>
              <pc:sldMasterMk cId="984608907" sldId="2147483660"/>
              <pc:sldLayoutMk cId="3217273537" sldId="2147483662"/>
              <ac:spMk id="8" creationId="{682BDD60-BBDC-4681-B766-8D69D0C49996}"/>
            </ac:spMkLst>
          </pc:spChg>
        </pc:sldLayoutChg>
        <pc:sldLayoutChg chg="addSp delSp modSp mod">
          <pc:chgData name="Sebastian Broers" userId="c3680e268fc62312" providerId="LiveId" clId="{3B61F686-473B-4BC6-A30A-56F2A3973A8A}" dt="2021-05-06T07:05:04.525" v="86"/>
          <pc:sldLayoutMkLst>
            <pc:docMk/>
            <pc:sldMasterMk cId="984608907" sldId="2147483660"/>
            <pc:sldLayoutMk cId="192249381" sldId="2147483663"/>
          </pc:sldLayoutMkLst>
          <pc:spChg chg="del">
            <ac:chgData name="Sebastian Broers" userId="c3680e268fc62312" providerId="LiveId" clId="{3B61F686-473B-4BC6-A30A-56F2A3973A8A}" dt="2021-05-06T07:05:03.155" v="85" actId="478"/>
            <ac:spMkLst>
              <pc:docMk/>
              <pc:sldMasterMk cId="984608907" sldId="2147483660"/>
              <pc:sldLayoutMk cId="192249381" sldId="2147483663"/>
              <ac:spMk id="5" creationId="{00000000-0000-0000-0000-000000000000}"/>
            </ac:spMkLst>
          </pc:spChg>
          <pc:spChg chg="add mod">
            <ac:chgData name="Sebastian Broers" userId="c3680e268fc62312" providerId="LiveId" clId="{3B61F686-473B-4BC6-A30A-56F2A3973A8A}" dt="2021-05-06T07:05:04.525" v="86"/>
            <ac:spMkLst>
              <pc:docMk/>
              <pc:sldMasterMk cId="984608907" sldId="2147483660"/>
              <pc:sldLayoutMk cId="192249381" sldId="2147483663"/>
              <ac:spMk id="25" creationId="{30AC4553-1534-4E49-98C7-2C76E9D5DAF4}"/>
            </ac:spMkLst>
          </pc:spChg>
        </pc:sldLayoutChg>
        <pc:sldLayoutChg chg="addSp delSp modSp mod">
          <pc:chgData name="Sebastian Broers" userId="c3680e268fc62312" providerId="LiveId" clId="{3B61F686-473B-4BC6-A30A-56F2A3973A8A}" dt="2021-05-06T07:05:12.176" v="88"/>
          <pc:sldLayoutMkLst>
            <pc:docMk/>
            <pc:sldMasterMk cId="984608907" sldId="2147483660"/>
            <pc:sldLayoutMk cId="2885015097" sldId="2147483664"/>
          </pc:sldLayoutMkLst>
          <pc:spChg chg="del">
            <ac:chgData name="Sebastian Broers" userId="c3680e268fc62312" providerId="LiveId" clId="{3B61F686-473B-4BC6-A30A-56F2A3973A8A}" dt="2021-05-06T07:05:10.601" v="87" actId="478"/>
            <ac:spMkLst>
              <pc:docMk/>
              <pc:sldMasterMk cId="984608907" sldId="2147483660"/>
              <pc:sldLayoutMk cId="2885015097" sldId="2147483664"/>
              <ac:spMk id="6" creationId="{00000000-0000-0000-0000-000000000000}"/>
            </ac:spMkLst>
          </pc:spChg>
          <pc:spChg chg="add mod">
            <ac:chgData name="Sebastian Broers" userId="c3680e268fc62312" providerId="LiveId" clId="{3B61F686-473B-4BC6-A30A-56F2A3973A8A}" dt="2021-05-06T07:05:12.176" v="88"/>
            <ac:spMkLst>
              <pc:docMk/>
              <pc:sldMasterMk cId="984608907" sldId="2147483660"/>
              <pc:sldLayoutMk cId="2885015097" sldId="2147483664"/>
              <ac:spMk id="19" creationId="{BD139491-D41F-4376-8B30-725F490A3256}"/>
            </ac:spMkLst>
          </pc:spChg>
        </pc:sldLayoutChg>
        <pc:sldLayoutChg chg="addSp delSp modSp mod">
          <pc:chgData name="Sebastian Broers" userId="c3680e268fc62312" providerId="LiveId" clId="{3B61F686-473B-4BC6-A30A-56F2A3973A8A}" dt="2021-05-06T07:05:24.415" v="90"/>
          <pc:sldLayoutMkLst>
            <pc:docMk/>
            <pc:sldMasterMk cId="984608907" sldId="2147483660"/>
            <pc:sldLayoutMk cId="3710529674" sldId="2147483665"/>
          </pc:sldLayoutMkLst>
          <pc:spChg chg="del">
            <ac:chgData name="Sebastian Broers" userId="c3680e268fc62312" providerId="LiveId" clId="{3B61F686-473B-4BC6-A30A-56F2A3973A8A}" dt="2021-05-06T07:05:22.914" v="89" actId="478"/>
            <ac:spMkLst>
              <pc:docMk/>
              <pc:sldMasterMk cId="984608907" sldId="2147483660"/>
              <pc:sldLayoutMk cId="3710529674" sldId="2147483665"/>
              <ac:spMk id="6" creationId="{00000000-0000-0000-0000-000000000000}"/>
            </ac:spMkLst>
          </pc:spChg>
          <pc:spChg chg="add mod">
            <ac:chgData name="Sebastian Broers" userId="c3680e268fc62312" providerId="LiveId" clId="{3B61F686-473B-4BC6-A30A-56F2A3973A8A}" dt="2021-05-06T07:05:24.415" v="90"/>
            <ac:spMkLst>
              <pc:docMk/>
              <pc:sldMasterMk cId="984608907" sldId="2147483660"/>
              <pc:sldLayoutMk cId="3710529674" sldId="2147483665"/>
              <ac:spMk id="15" creationId="{AC51DC12-37DB-4AB5-B39F-0A431920C722}"/>
            </ac:spMkLst>
          </pc:spChg>
        </pc:sldLayoutChg>
        <pc:sldLayoutChg chg="addSp delSp modSp mod">
          <pc:chgData name="Sebastian Broers" userId="c3680e268fc62312" providerId="LiveId" clId="{3B61F686-473B-4BC6-A30A-56F2A3973A8A}" dt="2021-05-06T07:05:29.350" v="92"/>
          <pc:sldLayoutMkLst>
            <pc:docMk/>
            <pc:sldMasterMk cId="984608907" sldId="2147483660"/>
            <pc:sldLayoutMk cId="1914320551" sldId="2147483666"/>
          </pc:sldLayoutMkLst>
          <pc:spChg chg="del">
            <ac:chgData name="Sebastian Broers" userId="c3680e268fc62312" providerId="LiveId" clId="{3B61F686-473B-4BC6-A30A-56F2A3973A8A}" dt="2021-05-06T07:05:28.074" v="91" actId="478"/>
            <ac:spMkLst>
              <pc:docMk/>
              <pc:sldMasterMk cId="984608907" sldId="2147483660"/>
              <pc:sldLayoutMk cId="1914320551" sldId="2147483666"/>
              <ac:spMk id="8" creationId="{00000000-0000-0000-0000-000000000000}"/>
            </ac:spMkLst>
          </pc:spChg>
          <pc:spChg chg="add mod">
            <ac:chgData name="Sebastian Broers" userId="c3680e268fc62312" providerId="LiveId" clId="{3B61F686-473B-4BC6-A30A-56F2A3973A8A}" dt="2021-05-06T07:05:29.350" v="92"/>
            <ac:spMkLst>
              <pc:docMk/>
              <pc:sldMasterMk cId="984608907" sldId="2147483660"/>
              <pc:sldLayoutMk cId="1914320551" sldId="2147483666"/>
              <ac:spMk id="13" creationId="{B6D65A93-7145-42C3-BE27-97F286B34BDC}"/>
            </ac:spMkLst>
          </pc:spChg>
        </pc:sldLayoutChg>
        <pc:sldLayoutChg chg="addSp delSp modSp mod">
          <pc:chgData name="Sebastian Broers" userId="c3680e268fc62312" providerId="LiveId" clId="{3B61F686-473B-4BC6-A30A-56F2A3973A8A}" dt="2021-05-06T07:05:35.271" v="94"/>
          <pc:sldLayoutMkLst>
            <pc:docMk/>
            <pc:sldMasterMk cId="984608907" sldId="2147483660"/>
            <pc:sldLayoutMk cId="3083737724" sldId="2147483667"/>
          </pc:sldLayoutMkLst>
          <pc:spChg chg="del">
            <ac:chgData name="Sebastian Broers" userId="c3680e268fc62312" providerId="LiveId" clId="{3B61F686-473B-4BC6-A30A-56F2A3973A8A}" dt="2021-05-06T07:05:33.853" v="93" actId="478"/>
            <ac:spMkLst>
              <pc:docMk/>
              <pc:sldMasterMk cId="984608907" sldId="2147483660"/>
              <pc:sldLayoutMk cId="3083737724" sldId="2147483667"/>
              <ac:spMk id="8" creationId="{00000000-0000-0000-0000-000000000000}"/>
            </ac:spMkLst>
          </pc:spChg>
          <pc:spChg chg="add mod">
            <ac:chgData name="Sebastian Broers" userId="c3680e268fc62312" providerId="LiveId" clId="{3B61F686-473B-4BC6-A30A-56F2A3973A8A}" dt="2021-05-06T07:05:35.271" v="94"/>
            <ac:spMkLst>
              <pc:docMk/>
              <pc:sldMasterMk cId="984608907" sldId="2147483660"/>
              <pc:sldLayoutMk cId="3083737724" sldId="2147483667"/>
              <ac:spMk id="16" creationId="{C0B5222F-4C42-4948-8F93-E2B906499855}"/>
            </ac:spMkLst>
          </pc:spChg>
        </pc:sldLayoutChg>
        <pc:sldLayoutChg chg="addSp delSp modSp mod">
          <pc:chgData name="Sebastian Broers" userId="c3680e268fc62312" providerId="LiveId" clId="{3B61F686-473B-4BC6-A30A-56F2A3973A8A}" dt="2021-05-06T07:05:41.387" v="96"/>
          <pc:sldLayoutMkLst>
            <pc:docMk/>
            <pc:sldMasterMk cId="984608907" sldId="2147483660"/>
            <pc:sldLayoutMk cId="2568558156" sldId="2147483668"/>
          </pc:sldLayoutMkLst>
          <pc:spChg chg="del">
            <ac:chgData name="Sebastian Broers" userId="c3680e268fc62312" providerId="LiveId" clId="{3B61F686-473B-4BC6-A30A-56F2A3973A8A}" dt="2021-05-06T07:05:40.129" v="95" actId="478"/>
            <ac:spMkLst>
              <pc:docMk/>
              <pc:sldMasterMk cId="984608907" sldId="2147483660"/>
              <pc:sldLayoutMk cId="2568558156" sldId="2147483668"/>
              <ac:spMk id="4" creationId="{00000000-0000-0000-0000-000000000000}"/>
            </ac:spMkLst>
          </pc:spChg>
          <pc:spChg chg="add mod">
            <ac:chgData name="Sebastian Broers" userId="c3680e268fc62312" providerId="LiveId" clId="{3B61F686-473B-4BC6-A30A-56F2A3973A8A}" dt="2021-05-06T07:05:41.387" v="96"/>
            <ac:spMkLst>
              <pc:docMk/>
              <pc:sldMasterMk cId="984608907" sldId="2147483660"/>
              <pc:sldLayoutMk cId="2568558156" sldId="2147483668"/>
              <ac:spMk id="12" creationId="{11AB3D77-DD58-4911-87DA-75287A21CCCB}"/>
            </ac:spMkLst>
          </pc:spChg>
        </pc:sldLayoutChg>
        <pc:sldLayoutChg chg="addSp delSp modSp mod">
          <pc:chgData name="Sebastian Broers" userId="c3680e268fc62312" providerId="LiveId" clId="{3B61F686-473B-4BC6-A30A-56F2A3973A8A}" dt="2021-05-06T07:05:46.623" v="98"/>
          <pc:sldLayoutMkLst>
            <pc:docMk/>
            <pc:sldMasterMk cId="984608907" sldId="2147483660"/>
            <pc:sldLayoutMk cId="2613470821" sldId="2147483669"/>
          </pc:sldLayoutMkLst>
          <pc:spChg chg="del">
            <ac:chgData name="Sebastian Broers" userId="c3680e268fc62312" providerId="LiveId" clId="{3B61F686-473B-4BC6-A30A-56F2A3973A8A}" dt="2021-05-06T07:05:44.981" v="97" actId="478"/>
            <ac:spMkLst>
              <pc:docMk/>
              <pc:sldMasterMk cId="984608907" sldId="2147483660"/>
              <pc:sldLayoutMk cId="2613470821" sldId="2147483669"/>
              <ac:spMk id="4" creationId="{00000000-0000-0000-0000-000000000000}"/>
            </ac:spMkLst>
          </pc:spChg>
          <pc:spChg chg="add mod">
            <ac:chgData name="Sebastian Broers" userId="c3680e268fc62312" providerId="LiveId" clId="{3B61F686-473B-4BC6-A30A-56F2A3973A8A}" dt="2021-05-06T07:05:46.623" v="98"/>
            <ac:spMkLst>
              <pc:docMk/>
              <pc:sldMasterMk cId="984608907" sldId="2147483660"/>
              <pc:sldLayoutMk cId="2613470821" sldId="2147483669"/>
              <ac:spMk id="16" creationId="{D2D87BA2-CDF4-46A2-BA57-EA809F2680B6}"/>
            </ac:spMkLst>
          </pc:spChg>
        </pc:sldLayoutChg>
        <pc:sldLayoutChg chg="addSp delSp modSp mod">
          <pc:chgData name="Sebastian Broers" userId="c3680e268fc62312" providerId="LiveId" clId="{3B61F686-473B-4BC6-A30A-56F2A3973A8A}" dt="2021-05-06T07:05:53.816" v="100"/>
          <pc:sldLayoutMkLst>
            <pc:docMk/>
            <pc:sldMasterMk cId="984608907" sldId="2147483660"/>
            <pc:sldLayoutMk cId="2611787109" sldId="2147483670"/>
          </pc:sldLayoutMkLst>
          <pc:spChg chg="del">
            <ac:chgData name="Sebastian Broers" userId="c3680e268fc62312" providerId="LiveId" clId="{3B61F686-473B-4BC6-A30A-56F2A3973A8A}" dt="2021-05-06T07:05:52.508" v="99" actId="478"/>
            <ac:spMkLst>
              <pc:docMk/>
              <pc:sldMasterMk cId="984608907" sldId="2147483660"/>
              <pc:sldLayoutMk cId="2611787109" sldId="2147483670"/>
              <ac:spMk id="4" creationId="{00000000-0000-0000-0000-000000000000}"/>
            </ac:spMkLst>
          </pc:spChg>
          <pc:spChg chg="add mod">
            <ac:chgData name="Sebastian Broers" userId="c3680e268fc62312" providerId="LiveId" clId="{3B61F686-473B-4BC6-A30A-56F2A3973A8A}" dt="2021-05-06T07:05:53.816" v="100"/>
            <ac:spMkLst>
              <pc:docMk/>
              <pc:sldMasterMk cId="984608907" sldId="2147483660"/>
              <pc:sldLayoutMk cId="2611787109" sldId="2147483670"/>
              <ac:spMk id="15" creationId="{486BD199-E8C6-4F8B-AB93-2F7E2FFEA500}"/>
            </ac:spMkLst>
          </pc:spChg>
        </pc:sldLayoutChg>
        <pc:sldLayoutChg chg="addSp delSp modSp mod">
          <pc:chgData name="Sebastian Broers" userId="c3680e268fc62312" providerId="LiveId" clId="{3B61F686-473B-4BC6-A30A-56F2A3973A8A}" dt="2021-05-06T07:06:00.510" v="102"/>
          <pc:sldLayoutMkLst>
            <pc:docMk/>
            <pc:sldMasterMk cId="984608907" sldId="2147483660"/>
            <pc:sldLayoutMk cId="1557752362" sldId="2147483671"/>
          </pc:sldLayoutMkLst>
          <pc:spChg chg="del">
            <ac:chgData name="Sebastian Broers" userId="c3680e268fc62312" providerId="LiveId" clId="{3B61F686-473B-4BC6-A30A-56F2A3973A8A}" dt="2021-05-06T07:05:59.187" v="101" actId="478"/>
            <ac:spMkLst>
              <pc:docMk/>
              <pc:sldMasterMk cId="984608907" sldId="2147483660"/>
              <pc:sldLayoutMk cId="1557752362" sldId="2147483671"/>
              <ac:spMk id="4" creationId="{00000000-0000-0000-0000-000000000000}"/>
            </ac:spMkLst>
          </pc:spChg>
          <pc:spChg chg="add mod">
            <ac:chgData name="Sebastian Broers" userId="c3680e268fc62312" providerId="LiveId" clId="{3B61F686-473B-4BC6-A30A-56F2A3973A8A}" dt="2021-05-06T07:06:00.510" v="102"/>
            <ac:spMkLst>
              <pc:docMk/>
              <pc:sldMasterMk cId="984608907" sldId="2147483660"/>
              <pc:sldLayoutMk cId="1557752362" sldId="2147483671"/>
              <ac:spMk id="10" creationId="{68FD1C57-B77C-4760-AA9E-DE5173D542EA}"/>
            </ac:spMkLst>
          </pc:spChg>
        </pc:sldLayoutChg>
        <pc:sldLayoutChg chg="addSp delSp modSp mod">
          <pc:chgData name="Sebastian Broers" userId="c3680e268fc62312" providerId="LiveId" clId="{3B61F686-473B-4BC6-A30A-56F2A3973A8A}" dt="2021-05-06T07:06:16.645" v="105"/>
          <pc:sldLayoutMkLst>
            <pc:docMk/>
            <pc:sldMasterMk cId="984608907" sldId="2147483660"/>
            <pc:sldLayoutMk cId="2802206812" sldId="2147483672"/>
          </pc:sldLayoutMkLst>
          <pc:spChg chg="del">
            <ac:chgData name="Sebastian Broers" userId="c3680e268fc62312" providerId="LiveId" clId="{3B61F686-473B-4BC6-A30A-56F2A3973A8A}" dt="2021-05-06T07:06:15.364" v="104" actId="478"/>
            <ac:spMkLst>
              <pc:docMk/>
              <pc:sldMasterMk cId="984608907" sldId="2147483660"/>
              <pc:sldLayoutMk cId="2802206812" sldId="2147483672"/>
              <ac:spMk id="3" creationId="{00000000-0000-0000-0000-000000000000}"/>
            </ac:spMkLst>
          </pc:spChg>
          <pc:spChg chg="add mod">
            <ac:chgData name="Sebastian Broers" userId="c3680e268fc62312" providerId="LiveId" clId="{3B61F686-473B-4BC6-A30A-56F2A3973A8A}" dt="2021-05-06T07:06:16.645" v="105"/>
            <ac:spMkLst>
              <pc:docMk/>
              <pc:sldMasterMk cId="984608907" sldId="2147483660"/>
              <pc:sldLayoutMk cId="2802206812" sldId="2147483672"/>
              <ac:spMk id="10" creationId="{EF9C2DEB-990B-4A27-BBB2-129A2E3B916C}"/>
            </ac:spMkLst>
          </pc:spChg>
          <pc:spChg chg="mod">
            <ac:chgData name="Sebastian Broers" userId="c3680e268fc62312" providerId="LiveId" clId="{3B61F686-473B-4BC6-A30A-56F2A3973A8A}" dt="2021-05-06T07:06:12.254" v="103" actId="14100"/>
            <ac:spMkLst>
              <pc:docMk/>
              <pc:sldMasterMk cId="984608907" sldId="2147483660"/>
              <pc:sldLayoutMk cId="2802206812" sldId="2147483672"/>
              <ac:spMk id="11" creationId="{00000000-0000-0000-0000-000000000000}"/>
            </ac:spMkLst>
          </pc:spChg>
        </pc:sldLayoutChg>
        <pc:sldLayoutChg chg="addSp delSp modSp mod">
          <pc:chgData name="Sebastian Broers" userId="c3680e268fc62312" providerId="LiveId" clId="{3B61F686-473B-4BC6-A30A-56F2A3973A8A}" dt="2021-05-06T07:06:24.469" v="107"/>
          <pc:sldLayoutMkLst>
            <pc:docMk/>
            <pc:sldMasterMk cId="984608907" sldId="2147483660"/>
            <pc:sldLayoutMk cId="638964764" sldId="2147483673"/>
          </pc:sldLayoutMkLst>
          <pc:spChg chg="del">
            <ac:chgData name="Sebastian Broers" userId="c3680e268fc62312" providerId="LiveId" clId="{3B61F686-473B-4BC6-A30A-56F2A3973A8A}" dt="2021-05-06T07:06:23.121" v="106" actId="478"/>
            <ac:spMkLst>
              <pc:docMk/>
              <pc:sldMasterMk cId="984608907" sldId="2147483660"/>
              <pc:sldLayoutMk cId="638964764" sldId="2147483673"/>
              <ac:spMk id="3" creationId="{00000000-0000-0000-0000-000000000000}"/>
            </ac:spMkLst>
          </pc:spChg>
          <pc:spChg chg="add mod">
            <ac:chgData name="Sebastian Broers" userId="c3680e268fc62312" providerId="LiveId" clId="{3B61F686-473B-4BC6-A30A-56F2A3973A8A}" dt="2021-05-06T07:06:24.469" v="107"/>
            <ac:spMkLst>
              <pc:docMk/>
              <pc:sldMasterMk cId="984608907" sldId="2147483660"/>
              <pc:sldLayoutMk cId="638964764" sldId="2147483673"/>
              <ac:spMk id="12" creationId="{1288263D-A2CC-471B-B605-2F5E7B64946A}"/>
            </ac:spMkLst>
          </pc:spChg>
        </pc:sldLayoutChg>
        <pc:sldLayoutChg chg="addSp delSp modSp mod">
          <pc:chgData name="Sebastian Broers" userId="c3680e268fc62312" providerId="LiveId" clId="{3B61F686-473B-4BC6-A30A-56F2A3973A8A}" dt="2021-05-06T07:06:31.890" v="109"/>
          <pc:sldLayoutMkLst>
            <pc:docMk/>
            <pc:sldMasterMk cId="984608907" sldId="2147483660"/>
            <pc:sldLayoutMk cId="715450085" sldId="2147483674"/>
          </pc:sldLayoutMkLst>
          <pc:spChg chg="del">
            <ac:chgData name="Sebastian Broers" userId="c3680e268fc62312" providerId="LiveId" clId="{3B61F686-473B-4BC6-A30A-56F2A3973A8A}" dt="2021-05-06T07:06:30.436" v="108" actId="478"/>
            <ac:spMkLst>
              <pc:docMk/>
              <pc:sldMasterMk cId="984608907" sldId="2147483660"/>
              <pc:sldLayoutMk cId="715450085" sldId="2147483674"/>
              <ac:spMk id="3" creationId="{00000000-0000-0000-0000-000000000000}"/>
            </ac:spMkLst>
          </pc:spChg>
          <pc:spChg chg="add mod">
            <ac:chgData name="Sebastian Broers" userId="c3680e268fc62312" providerId="LiveId" clId="{3B61F686-473B-4BC6-A30A-56F2A3973A8A}" dt="2021-05-06T07:06:31.890" v="109"/>
            <ac:spMkLst>
              <pc:docMk/>
              <pc:sldMasterMk cId="984608907" sldId="2147483660"/>
              <pc:sldLayoutMk cId="715450085" sldId="2147483674"/>
              <ac:spMk id="12" creationId="{2C5F95AF-0487-4602-A7D9-EDCDF100E9E7}"/>
            </ac:spMkLst>
          </pc:spChg>
        </pc:sldLayoutChg>
        <pc:sldLayoutChg chg="addSp delSp modSp mod">
          <pc:chgData name="Sebastian Broers" userId="c3680e268fc62312" providerId="LiveId" clId="{3B61F686-473B-4BC6-A30A-56F2A3973A8A}" dt="2021-05-06T07:06:42.763" v="111"/>
          <pc:sldLayoutMkLst>
            <pc:docMk/>
            <pc:sldMasterMk cId="984608907" sldId="2147483660"/>
            <pc:sldLayoutMk cId="2037192554" sldId="2147483675"/>
          </pc:sldLayoutMkLst>
          <pc:spChg chg="del">
            <ac:chgData name="Sebastian Broers" userId="c3680e268fc62312" providerId="LiveId" clId="{3B61F686-473B-4BC6-A30A-56F2A3973A8A}" dt="2021-05-06T07:06:41.228" v="110" actId="478"/>
            <ac:spMkLst>
              <pc:docMk/>
              <pc:sldMasterMk cId="984608907" sldId="2147483660"/>
              <pc:sldLayoutMk cId="2037192554" sldId="2147483675"/>
              <ac:spMk id="3" creationId="{00000000-0000-0000-0000-000000000000}"/>
            </ac:spMkLst>
          </pc:spChg>
          <pc:spChg chg="add mod">
            <ac:chgData name="Sebastian Broers" userId="c3680e268fc62312" providerId="LiveId" clId="{3B61F686-473B-4BC6-A30A-56F2A3973A8A}" dt="2021-05-06T07:06:42.763" v="111"/>
            <ac:spMkLst>
              <pc:docMk/>
              <pc:sldMasterMk cId="984608907" sldId="2147483660"/>
              <pc:sldLayoutMk cId="2037192554" sldId="2147483675"/>
              <ac:spMk id="14" creationId="{56BCCBC2-5A64-4FCB-9667-5A95E52F0AB9}"/>
            </ac:spMkLst>
          </pc:spChg>
        </pc:sldLayoutChg>
        <pc:sldLayoutChg chg="addSp delSp modSp mod">
          <pc:chgData name="Sebastian Broers" userId="c3680e268fc62312" providerId="LiveId" clId="{3B61F686-473B-4BC6-A30A-56F2A3973A8A}" dt="2021-05-06T07:06:49.483" v="113"/>
          <pc:sldLayoutMkLst>
            <pc:docMk/>
            <pc:sldMasterMk cId="984608907" sldId="2147483660"/>
            <pc:sldLayoutMk cId="3767040355" sldId="2147483676"/>
          </pc:sldLayoutMkLst>
          <pc:spChg chg="del">
            <ac:chgData name="Sebastian Broers" userId="c3680e268fc62312" providerId="LiveId" clId="{3B61F686-473B-4BC6-A30A-56F2A3973A8A}" dt="2021-05-06T07:06:48.070" v="112" actId="478"/>
            <ac:spMkLst>
              <pc:docMk/>
              <pc:sldMasterMk cId="984608907" sldId="2147483660"/>
              <pc:sldLayoutMk cId="3767040355" sldId="2147483676"/>
              <ac:spMk id="6" creationId="{00000000-0000-0000-0000-000000000000}"/>
            </ac:spMkLst>
          </pc:spChg>
          <pc:spChg chg="add mod">
            <ac:chgData name="Sebastian Broers" userId="c3680e268fc62312" providerId="LiveId" clId="{3B61F686-473B-4BC6-A30A-56F2A3973A8A}" dt="2021-05-06T07:06:49.483" v="113"/>
            <ac:spMkLst>
              <pc:docMk/>
              <pc:sldMasterMk cId="984608907" sldId="2147483660"/>
              <pc:sldLayoutMk cId="3767040355" sldId="2147483676"/>
              <ac:spMk id="12" creationId="{EE10C3CB-BB3E-4A8E-86A7-7F46B3C1BD05}"/>
            </ac:spMkLst>
          </pc:spChg>
        </pc:sldLayoutChg>
        <pc:sldLayoutChg chg="addSp delSp modSp mod">
          <pc:chgData name="Sebastian Broers" userId="c3680e268fc62312" providerId="LiveId" clId="{3B61F686-473B-4BC6-A30A-56F2A3973A8A}" dt="2021-05-06T07:06:54.230" v="115"/>
          <pc:sldLayoutMkLst>
            <pc:docMk/>
            <pc:sldMasterMk cId="984608907" sldId="2147483660"/>
            <pc:sldLayoutMk cId="3817392374" sldId="2147483677"/>
          </pc:sldLayoutMkLst>
          <pc:spChg chg="del">
            <ac:chgData name="Sebastian Broers" userId="c3680e268fc62312" providerId="LiveId" clId="{3B61F686-473B-4BC6-A30A-56F2A3973A8A}" dt="2021-05-06T07:06:52.872" v="114" actId="478"/>
            <ac:spMkLst>
              <pc:docMk/>
              <pc:sldMasterMk cId="984608907" sldId="2147483660"/>
              <pc:sldLayoutMk cId="3817392374" sldId="2147483677"/>
              <ac:spMk id="6" creationId="{00000000-0000-0000-0000-000000000000}"/>
            </ac:spMkLst>
          </pc:spChg>
          <pc:spChg chg="add mod">
            <ac:chgData name="Sebastian Broers" userId="c3680e268fc62312" providerId="LiveId" clId="{3B61F686-473B-4BC6-A30A-56F2A3973A8A}" dt="2021-05-06T07:06:54.230" v="115"/>
            <ac:spMkLst>
              <pc:docMk/>
              <pc:sldMasterMk cId="984608907" sldId="2147483660"/>
              <pc:sldLayoutMk cId="3817392374" sldId="2147483677"/>
              <ac:spMk id="9" creationId="{8B07CFE7-B996-4F90-A319-E8F43E708C9E}"/>
            </ac:spMkLst>
          </pc:spChg>
        </pc:sldLayoutChg>
        <pc:sldLayoutChg chg="addSp delSp modSp mod">
          <pc:chgData name="Sebastian Broers" userId="c3680e268fc62312" providerId="LiveId" clId="{3B61F686-473B-4BC6-A30A-56F2A3973A8A}" dt="2021-05-06T07:07:02.666" v="117"/>
          <pc:sldLayoutMkLst>
            <pc:docMk/>
            <pc:sldMasterMk cId="984608907" sldId="2147483660"/>
            <pc:sldLayoutMk cId="2206975652" sldId="2147483678"/>
          </pc:sldLayoutMkLst>
          <pc:spChg chg="del">
            <ac:chgData name="Sebastian Broers" userId="c3680e268fc62312" providerId="LiveId" clId="{3B61F686-473B-4BC6-A30A-56F2A3973A8A}" dt="2021-05-06T07:07:01.328" v="116" actId="478"/>
            <ac:spMkLst>
              <pc:docMk/>
              <pc:sldMasterMk cId="984608907" sldId="2147483660"/>
              <pc:sldLayoutMk cId="2206975652" sldId="2147483678"/>
              <ac:spMk id="6" creationId="{00000000-0000-0000-0000-000000000000}"/>
            </ac:spMkLst>
          </pc:spChg>
          <pc:spChg chg="add mod">
            <ac:chgData name="Sebastian Broers" userId="c3680e268fc62312" providerId="LiveId" clId="{3B61F686-473B-4BC6-A30A-56F2A3973A8A}" dt="2021-05-06T07:07:02.666" v="117"/>
            <ac:spMkLst>
              <pc:docMk/>
              <pc:sldMasterMk cId="984608907" sldId="2147483660"/>
              <pc:sldLayoutMk cId="2206975652" sldId="2147483678"/>
              <ac:spMk id="12" creationId="{BBC6D758-FD30-4B53-BDCC-58D628399685}"/>
            </ac:spMkLst>
          </pc:spChg>
        </pc:sldLayoutChg>
        <pc:sldLayoutChg chg="addSp delSp modSp mod">
          <pc:chgData name="Sebastian Broers" userId="c3680e268fc62312" providerId="LiveId" clId="{3B61F686-473B-4BC6-A30A-56F2A3973A8A}" dt="2021-05-06T07:07:07.681" v="119"/>
          <pc:sldLayoutMkLst>
            <pc:docMk/>
            <pc:sldMasterMk cId="984608907" sldId="2147483660"/>
            <pc:sldLayoutMk cId="3315936486" sldId="2147483679"/>
          </pc:sldLayoutMkLst>
          <pc:spChg chg="del">
            <ac:chgData name="Sebastian Broers" userId="c3680e268fc62312" providerId="LiveId" clId="{3B61F686-473B-4BC6-A30A-56F2A3973A8A}" dt="2021-05-06T07:07:06.238" v="118" actId="478"/>
            <ac:spMkLst>
              <pc:docMk/>
              <pc:sldMasterMk cId="984608907" sldId="2147483660"/>
              <pc:sldLayoutMk cId="3315936486" sldId="2147483679"/>
              <ac:spMk id="6" creationId="{00000000-0000-0000-0000-000000000000}"/>
            </ac:spMkLst>
          </pc:spChg>
          <pc:spChg chg="add mod">
            <ac:chgData name="Sebastian Broers" userId="c3680e268fc62312" providerId="LiveId" clId="{3B61F686-473B-4BC6-A30A-56F2A3973A8A}" dt="2021-05-06T07:07:07.681" v="119"/>
            <ac:spMkLst>
              <pc:docMk/>
              <pc:sldMasterMk cId="984608907" sldId="2147483660"/>
              <pc:sldLayoutMk cId="3315936486" sldId="2147483679"/>
              <ac:spMk id="10" creationId="{047BAAB8-1723-4B7F-9DA5-5426D678640B}"/>
            </ac:spMkLst>
          </pc:spChg>
        </pc:sldLayoutChg>
        <pc:sldLayoutChg chg="addSp delSp modSp mod">
          <pc:chgData name="Sebastian Broers" userId="c3680e268fc62312" providerId="LiveId" clId="{3B61F686-473B-4BC6-A30A-56F2A3973A8A}" dt="2021-05-06T07:07:13.922" v="121"/>
          <pc:sldLayoutMkLst>
            <pc:docMk/>
            <pc:sldMasterMk cId="984608907" sldId="2147483660"/>
            <pc:sldLayoutMk cId="2136990872" sldId="2147483680"/>
          </pc:sldLayoutMkLst>
          <pc:spChg chg="del">
            <ac:chgData name="Sebastian Broers" userId="c3680e268fc62312" providerId="LiveId" clId="{3B61F686-473B-4BC6-A30A-56F2A3973A8A}" dt="2021-05-06T07:07:12.550" v="120" actId="478"/>
            <ac:spMkLst>
              <pc:docMk/>
              <pc:sldMasterMk cId="984608907" sldId="2147483660"/>
              <pc:sldLayoutMk cId="2136990872" sldId="2147483680"/>
              <ac:spMk id="6" creationId="{00000000-0000-0000-0000-000000000000}"/>
            </ac:spMkLst>
          </pc:spChg>
          <pc:spChg chg="add mod">
            <ac:chgData name="Sebastian Broers" userId="c3680e268fc62312" providerId="LiveId" clId="{3B61F686-473B-4BC6-A30A-56F2A3973A8A}" dt="2021-05-06T07:07:13.922" v="121"/>
            <ac:spMkLst>
              <pc:docMk/>
              <pc:sldMasterMk cId="984608907" sldId="2147483660"/>
              <pc:sldLayoutMk cId="2136990872" sldId="2147483680"/>
              <ac:spMk id="13" creationId="{289518CC-505B-4072-BA8B-BCDD9399A1C7}"/>
            </ac:spMkLst>
          </pc:spChg>
        </pc:sldLayoutChg>
        <pc:sldLayoutChg chg="addSp delSp modSp mod">
          <pc:chgData name="Sebastian Broers" userId="c3680e268fc62312" providerId="LiveId" clId="{3B61F686-473B-4BC6-A30A-56F2A3973A8A}" dt="2021-05-06T07:07:19.678" v="123"/>
          <pc:sldLayoutMkLst>
            <pc:docMk/>
            <pc:sldMasterMk cId="984608907" sldId="2147483660"/>
            <pc:sldLayoutMk cId="1826403669" sldId="2147483681"/>
          </pc:sldLayoutMkLst>
          <pc:spChg chg="del">
            <ac:chgData name="Sebastian Broers" userId="c3680e268fc62312" providerId="LiveId" clId="{3B61F686-473B-4BC6-A30A-56F2A3973A8A}" dt="2021-05-06T07:07:18.307" v="122" actId="478"/>
            <ac:spMkLst>
              <pc:docMk/>
              <pc:sldMasterMk cId="984608907" sldId="2147483660"/>
              <pc:sldLayoutMk cId="1826403669" sldId="2147483681"/>
              <ac:spMk id="4" creationId="{00000000-0000-0000-0000-000000000000}"/>
            </ac:spMkLst>
          </pc:spChg>
          <pc:spChg chg="add mod">
            <ac:chgData name="Sebastian Broers" userId="c3680e268fc62312" providerId="LiveId" clId="{3B61F686-473B-4BC6-A30A-56F2A3973A8A}" dt="2021-05-06T07:07:19.678" v="123"/>
            <ac:spMkLst>
              <pc:docMk/>
              <pc:sldMasterMk cId="984608907" sldId="2147483660"/>
              <pc:sldLayoutMk cId="1826403669" sldId="2147483681"/>
              <ac:spMk id="12" creationId="{EF5D7D9C-D2FF-44CC-BFE1-0CC055088449}"/>
            </ac:spMkLst>
          </pc:spChg>
        </pc:sldLayoutChg>
        <pc:sldLayoutChg chg="addSp delSp modSp mod">
          <pc:chgData name="Sebastian Broers" userId="c3680e268fc62312" providerId="LiveId" clId="{3B61F686-473B-4BC6-A30A-56F2A3973A8A}" dt="2021-05-06T07:07:26.369" v="125"/>
          <pc:sldLayoutMkLst>
            <pc:docMk/>
            <pc:sldMasterMk cId="984608907" sldId="2147483660"/>
            <pc:sldLayoutMk cId="3825239631" sldId="2147483682"/>
          </pc:sldLayoutMkLst>
          <pc:spChg chg="del">
            <ac:chgData name="Sebastian Broers" userId="c3680e268fc62312" providerId="LiveId" clId="{3B61F686-473B-4BC6-A30A-56F2A3973A8A}" dt="2021-05-06T07:07:24.909" v="124" actId="478"/>
            <ac:spMkLst>
              <pc:docMk/>
              <pc:sldMasterMk cId="984608907" sldId="2147483660"/>
              <pc:sldLayoutMk cId="3825239631" sldId="2147483682"/>
              <ac:spMk id="4" creationId="{00000000-0000-0000-0000-000000000000}"/>
            </ac:spMkLst>
          </pc:spChg>
          <pc:spChg chg="add mod">
            <ac:chgData name="Sebastian Broers" userId="c3680e268fc62312" providerId="LiveId" clId="{3B61F686-473B-4BC6-A30A-56F2A3973A8A}" dt="2021-05-06T07:07:26.369" v="125"/>
            <ac:spMkLst>
              <pc:docMk/>
              <pc:sldMasterMk cId="984608907" sldId="2147483660"/>
              <pc:sldLayoutMk cId="3825239631" sldId="2147483682"/>
              <ac:spMk id="12" creationId="{18946E26-306E-4A92-B2BB-F6D9F55273CE}"/>
            </ac:spMkLst>
          </pc:spChg>
        </pc:sldLayoutChg>
        <pc:sldLayoutChg chg="addSp delSp modSp mod">
          <pc:chgData name="Sebastian Broers" userId="c3680e268fc62312" providerId="LiveId" clId="{3B61F686-473B-4BC6-A30A-56F2A3973A8A}" dt="2021-05-06T07:07:32.005" v="127"/>
          <pc:sldLayoutMkLst>
            <pc:docMk/>
            <pc:sldMasterMk cId="984608907" sldId="2147483660"/>
            <pc:sldLayoutMk cId="1561020102" sldId="2147483683"/>
          </pc:sldLayoutMkLst>
          <pc:spChg chg="del">
            <ac:chgData name="Sebastian Broers" userId="c3680e268fc62312" providerId="LiveId" clId="{3B61F686-473B-4BC6-A30A-56F2A3973A8A}" dt="2021-05-06T07:07:30.673" v="126" actId="478"/>
            <ac:spMkLst>
              <pc:docMk/>
              <pc:sldMasterMk cId="984608907" sldId="2147483660"/>
              <pc:sldLayoutMk cId="1561020102" sldId="2147483683"/>
              <ac:spMk id="6" creationId="{00000000-0000-0000-0000-000000000000}"/>
            </ac:spMkLst>
          </pc:spChg>
          <pc:spChg chg="add mod">
            <ac:chgData name="Sebastian Broers" userId="c3680e268fc62312" providerId="LiveId" clId="{3B61F686-473B-4BC6-A30A-56F2A3973A8A}" dt="2021-05-06T07:07:32.005" v="127"/>
            <ac:spMkLst>
              <pc:docMk/>
              <pc:sldMasterMk cId="984608907" sldId="2147483660"/>
              <pc:sldLayoutMk cId="1561020102" sldId="2147483683"/>
              <ac:spMk id="8" creationId="{E7F88981-CB13-4DD5-B310-FB90BED986CD}"/>
            </ac:spMkLst>
          </pc:spChg>
        </pc:sldLayoutChg>
        <pc:sldLayoutChg chg="addSp delSp modSp mod">
          <pc:chgData name="Sebastian Broers" userId="c3680e268fc62312" providerId="LiveId" clId="{3B61F686-473B-4BC6-A30A-56F2A3973A8A}" dt="2021-05-06T07:07:46.072" v="131"/>
          <pc:sldLayoutMkLst>
            <pc:docMk/>
            <pc:sldMasterMk cId="984608907" sldId="2147483660"/>
            <pc:sldLayoutMk cId="1026172770" sldId="2147483684"/>
          </pc:sldLayoutMkLst>
          <pc:spChg chg="del">
            <ac:chgData name="Sebastian Broers" userId="c3680e268fc62312" providerId="LiveId" clId="{3B61F686-473B-4BC6-A30A-56F2A3973A8A}" dt="2021-05-06T07:07:44.730" v="130" actId="478"/>
            <ac:spMkLst>
              <pc:docMk/>
              <pc:sldMasterMk cId="984608907" sldId="2147483660"/>
              <pc:sldLayoutMk cId="1026172770" sldId="2147483684"/>
              <ac:spMk id="6" creationId="{00000000-0000-0000-0000-000000000000}"/>
            </ac:spMkLst>
          </pc:spChg>
          <pc:spChg chg="add mod">
            <ac:chgData name="Sebastian Broers" userId="c3680e268fc62312" providerId="LiveId" clId="{3B61F686-473B-4BC6-A30A-56F2A3973A8A}" dt="2021-05-06T07:07:46.072" v="131"/>
            <ac:spMkLst>
              <pc:docMk/>
              <pc:sldMasterMk cId="984608907" sldId="2147483660"/>
              <pc:sldLayoutMk cId="1026172770" sldId="2147483684"/>
              <ac:spMk id="8" creationId="{86104D07-9EFE-401E-835B-A886CECDD0BF}"/>
            </ac:spMkLst>
          </pc:spChg>
        </pc:sldLayoutChg>
        <pc:sldLayoutChg chg="addSp delSp modSp mod">
          <pc:chgData name="Sebastian Broers" userId="c3680e268fc62312" providerId="LiveId" clId="{3B61F686-473B-4BC6-A30A-56F2A3973A8A}" dt="2021-05-06T07:07:39.483" v="129"/>
          <pc:sldLayoutMkLst>
            <pc:docMk/>
            <pc:sldMasterMk cId="984608907" sldId="2147483660"/>
            <pc:sldLayoutMk cId="993957196" sldId="2147483685"/>
          </pc:sldLayoutMkLst>
          <pc:spChg chg="del">
            <ac:chgData name="Sebastian Broers" userId="c3680e268fc62312" providerId="LiveId" clId="{3B61F686-473B-4BC6-A30A-56F2A3973A8A}" dt="2021-05-06T07:07:38.035" v="128" actId="478"/>
            <ac:spMkLst>
              <pc:docMk/>
              <pc:sldMasterMk cId="984608907" sldId="2147483660"/>
              <pc:sldLayoutMk cId="993957196" sldId="2147483685"/>
              <ac:spMk id="6" creationId="{00000000-0000-0000-0000-000000000000}"/>
            </ac:spMkLst>
          </pc:spChg>
          <pc:spChg chg="add mod">
            <ac:chgData name="Sebastian Broers" userId="c3680e268fc62312" providerId="LiveId" clId="{3B61F686-473B-4BC6-A30A-56F2A3973A8A}" dt="2021-05-06T07:07:39.483" v="129"/>
            <ac:spMkLst>
              <pc:docMk/>
              <pc:sldMasterMk cId="984608907" sldId="2147483660"/>
              <pc:sldLayoutMk cId="993957196" sldId="2147483685"/>
              <ac:spMk id="8" creationId="{4C0F849C-0168-40D3-97E0-AE41567C6047}"/>
            </ac:spMkLst>
          </pc:spChg>
        </pc:sldLayoutChg>
        <pc:sldLayoutChg chg="addSp delSp modSp mod">
          <pc:chgData name="Sebastian Broers" userId="c3680e268fc62312" providerId="LiveId" clId="{3B61F686-473B-4BC6-A30A-56F2A3973A8A}" dt="2021-05-06T07:08:14.236" v="133"/>
          <pc:sldLayoutMkLst>
            <pc:docMk/>
            <pc:sldMasterMk cId="984608907" sldId="2147483660"/>
            <pc:sldLayoutMk cId="2347493147" sldId="2147483686"/>
          </pc:sldLayoutMkLst>
          <pc:spChg chg="del">
            <ac:chgData name="Sebastian Broers" userId="c3680e268fc62312" providerId="LiveId" clId="{3B61F686-473B-4BC6-A30A-56F2A3973A8A}" dt="2021-05-06T07:08:12.734" v="132" actId="478"/>
            <ac:spMkLst>
              <pc:docMk/>
              <pc:sldMasterMk cId="984608907" sldId="2147483660"/>
              <pc:sldLayoutMk cId="2347493147" sldId="2147483686"/>
              <ac:spMk id="6" creationId="{00000000-0000-0000-0000-000000000000}"/>
            </ac:spMkLst>
          </pc:spChg>
          <pc:spChg chg="add mod">
            <ac:chgData name="Sebastian Broers" userId="c3680e268fc62312" providerId="LiveId" clId="{3B61F686-473B-4BC6-A30A-56F2A3973A8A}" dt="2021-05-06T07:08:14.236" v="133"/>
            <ac:spMkLst>
              <pc:docMk/>
              <pc:sldMasterMk cId="984608907" sldId="2147483660"/>
              <pc:sldLayoutMk cId="2347493147" sldId="2147483686"/>
              <ac:spMk id="8" creationId="{FDD7E4A4-E873-48B8-9980-F4404D837869}"/>
            </ac:spMkLst>
          </pc:spChg>
        </pc:sldLayoutChg>
        <pc:sldLayoutChg chg="addSp delSp modSp mod">
          <pc:chgData name="Sebastian Broers" userId="c3680e268fc62312" providerId="LiveId" clId="{3B61F686-473B-4BC6-A30A-56F2A3973A8A}" dt="2021-05-06T07:08:19.017" v="135"/>
          <pc:sldLayoutMkLst>
            <pc:docMk/>
            <pc:sldMasterMk cId="984608907" sldId="2147483660"/>
            <pc:sldLayoutMk cId="1006805911" sldId="2147483687"/>
          </pc:sldLayoutMkLst>
          <pc:spChg chg="del">
            <ac:chgData name="Sebastian Broers" userId="c3680e268fc62312" providerId="LiveId" clId="{3B61F686-473B-4BC6-A30A-56F2A3973A8A}" dt="2021-05-06T07:08:17.792" v="134" actId="478"/>
            <ac:spMkLst>
              <pc:docMk/>
              <pc:sldMasterMk cId="984608907" sldId="2147483660"/>
              <pc:sldLayoutMk cId="1006805911" sldId="2147483687"/>
              <ac:spMk id="6" creationId="{00000000-0000-0000-0000-000000000000}"/>
            </ac:spMkLst>
          </pc:spChg>
          <pc:spChg chg="add mod">
            <ac:chgData name="Sebastian Broers" userId="c3680e268fc62312" providerId="LiveId" clId="{3B61F686-473B-4BC6-A30A-56F2A3973A8A}" dt="2021-05-06T07:08:19.017" v="135"/>
            <ac:spMkLst>
              <pc:docMk/>
              <pc:sldMasterMk cId="984608907" sldId="2147483660"/>
              <pc:sldLayoutMk cId="1006805911" sldId="2147483687"/>
              <ac:spMk id="14" creationId="{88A18207-61AE-46D2-9BD1-B10C7D76C3C1}"/>
            </ac:spMkLst>
          </pc:spChg>
        </pc:sldLayoutChg>
        <pc:sldLayoutChg chg="addSp delSp modSp mod">
          <pc:chgData name="Sebastian Broers" userId="c3680e268fc62312" providerId="LiveId" clId="{3B61F686-473B-4BC6-A30A-56F2A3973A8A}" dt="2021-05-06T07:08:23.507" v="137"/>
          <pc:sldLayoutMkLst>
            <pc:docMk/>
            <pc:sldMasterMk cId="984608907" sldId="2147483660"/>
            <pc:sldLayoutMk cId="2823769704" sldId="2147483688"/>
          </pc:sldLayoutMkLst>
          <pc:spChg chg="del">
            <ac:chgData name="Sebastian Broers" userId="c3680e268fc62312" providerId="LiveId" clId="{3B61F686-473B-4BC6-A30A-56F2A3973A8A}" dt="2021-05-06T07:08:22.224" v="136" actId="478"/>
            <ac:spMkLst>
              <pc:docMk/>
              <pc:sldMasterMk cId="984608907" sldId="2147483660"/>
              <pc:sldLayoutMk cId="2823769704" sldId="2147483688"/>
              <ac:spMk id="6" creationId="{00000000-0000-0000-0000-000000000000}"/>
            </ac:spMkLst>
          </pc:spChg>
          <pc:spChg chg="add mod">
            <ac:chgData name="Sebastian Broers" userId="c3680e268fc62312" providerId="LiveId" clId="{3B61F686-473B-4BC6-A30A-56F2A3973A8A}" dt="2021-05-06T07:08:23.507" v="137"/>
            <ac:spMkLst>
              <pc:docMk/>
              <pc:sldMasterMk cId="984608907" sldId="2147483660"/>
              <pc:sldLayoutMk cId="2823769704" sldId="2147483688"/>
              <ac:spMk id="13" creationId="{9AEEBC73-12E5-465D-9C8B-BE6DEC8E5845}"/>
            </ac:spMkLst>
          </pc:spChg>
        </pc:sldLayoutChg>
        <pc:sldLayoutChg chg="addSp delSp modSp mod">
          <pc:chgData name="Sebastian Broers" userId="c3680e268fc62312" providerId="LiveId" clId="{3B61F686-473B-4BC6-A30A-56F2A3973A8A}" dt="2021-05-06T07:08:27.385" v="139"/>
          <pc:sldLayoutMkLst>
            <pc:docMk/>
            <pc:sldMasterMk cId="984608907" sldId="2147483660"/>
            <pc:sldLayoutMk cId="2392335916" sldId="2147483689"/>
          </pc:sldLayoutMkLst>
          <pc:spChg chg="del">
            <ac:chgData name="Sebastian Broers" userId="c3680e268fc62312" providerId="LiveId" clId="{3B61F686-473B-4BC6-A30A-56F2A3973A8A}" dt="2021-05-06T07:08:25.884" v="138" actId="478"/>
            <ac:spMkLst>
              <pc:docMk/>
              <pc:sldMasterMk cId="984608907" sldId="2147483660"/>
              <pc:sldLayoutMk cId="2392335916" sldId="2147483689"/>
              <ac:spMk id="6" creationId="{00000000-0000-0000-0000-000000000000}"/>
            </ac:spMkLst>
          </pc:spChg>
          <pc:spChg chg="add mod">
            <ac:chgData name="Sebastian Broers" userId="c3680e268fc62312" providerId="LiveId" clId="{3B61F686-473B-4BC6-A30A-56F2A3973A8A}" dt="2021-05-06T07:08:27.385" v="139"/>
            <ac:spMkLst>
              <pc:docMk/>
              <pc:sldMasterMk cId="984608907" sldId="2147483660"/>
              <pc:sldLayoutMk cId="2392335916" sldId="2147483689"/>
              <ac:spMk id="21" creationId="{8F92C355-D374-470E-A6BF-45E9320016ED}"/>
            </ac:spMkLst>
          </pc:spChg>
        </pc:sldLayoutChg>
        <pc:sldLayoutChg chg="addSp delSp modSp mod">
          <pc:chgData name="Sebastian Broers" userId="c3680e268fc62312" providerId="LiveId" clId="{3B61F686-473B-4BC6-A30A-56F2A3973A8A}" dt="2021-05-06T07:08:33.061" v="141"/>
          <pc:sldLayoutMkLst>
            <pc:docMk/>
            <pc:sldMasterMk cId="984608907" sldId="2147483660"/>
            <pc:sldLayoutMk cId="4027827886" sldId="2147483690"/>
          </pc:sldLayoutMkLst>
          <pc:spChg chg="del">
            <ac:chgData name="Sebastian Broers" userId="c3680e268fc62312" providerId="LiveId" clId="{3B61F686-473B-4BC6-A30A-56F2A3973A8A}" dt="2021-05-06T07:08:31.699" v="140" actId="478"/>
            <ac:spMkLst>
              <pc:docMk/>
              <pc:sldMasterMk cId="984608907" sldId="2147483660"/>
              <pc:sldLayoutMk cId="4027827886" sldId="2147483690"/>
              <ac:spMk id="6" creationId="{00000000-0000-0000-0000-000000000000}"/>
            </ac:spMkLst>
          </pc:spChg>
          <pc:spChg chg="add mod">
            <ac:chgData name="Sebastian Broers" userId="c3680e268fc62312" providerId="LiveId" clId="{3B61F686-473B-4BC6-A30A-56F2A3973A8A}" dt="2021-05-06T07:08:33.061" v="141"/>
            <ac:spMkLst>
              <pc:docMk/>
              <pc:sldMasterMk cId="984608907" sldId="2147483660"/>
              <pc:sldLayoutMk cId="4027827886" sldId="2147483690"/>
              <ac:spMk id="12" creationId="{4E214A24-F8D9-42D7-95C2-91735E1B1193}"/>
            </ac:spMkLst>
          </pc:spChg>
        </pc:sldLayoutChg>
        <pc:sldLayoutChg chg="addSp delSp modSp mod">
          <pc:chgData name="Sebastian Broers" userId="c3680e268fc62312" providerId="LiveId" clId="{3B61F686-473B-4BC6-A30A-56F2A3973A8A}" dt="2021-05-06T07:08:39.334" v="143"/>
          <pc:sldLayoutMkLst>
            <pc:docMk/>
            <pc:sldMasterMk cId="984608907" sldId="2147483660"/>
            <pc:sldLayoutMk cId="1341319379" sldId="2147483691"/>
          </pc:sldLayoutMkLst>
          <pc:spChg chg="del">
            <ac:chgData name="Sebastian Broers" userId="c3680e268fc62312" providerId="LiveId" clId="{3B61F686-473B-4BC6-A30A-56F2A3973A8A}" dt="2021-05-06T07:08:37.999" v="142" actId="478"/>
            <ac:spMkLst>
              <pc:docMk/>
              <pc:sldMasterMk cId="984608907" sldId="2147483660"/>
              <pc:sldLayoutMk cId="1341319379" sldId="2147483691"/>
              <ac:spMk id="4" creationId="{00000000-0000-0000-0000-000000000000}"/>
            </ac:spMkLst>
          </pc:spChg>
          <pc:spChg chg="add mod">
            <ac:chgData name="Sebastian Broers" userId="c3680e268fc62312" providerId="LiveId" clId="{3B61F686-473B-4BC6-A30A-56F2A3973A8A}" dt="2021-05-06T07:08:39.334" v="143"/>
            <ac:spMkLst>
              <pc:docMk/>
              <pc:sldMasterMk cId="984608907" sldId="2147483660"/>
              <pc:sldLayoutMk cId="1341319379" sldId="2147483691"/>
              <ac:spMk id="11" creationId="{1F55EEF0-6604-4C71-B9E0-999B2F7FC033}"/>
            </ac:spMkLst>
          </pc:spChg>
        </pc:sldLayoutChg>
        <pc:sldLayoutChg chg="addSp delSp modSp mod">
          <pc:chgData name="Sebastian Broers" userId="c3680e268fc62312" providerId="LiveId" clId="{3B61F686-473B-4BC6-A30A-56F2A3973A8A}" dt="2021-05-06T07:08:50.166" v="145"/>
          <pc:sldLayoutMkLst>
            <pc:docMk/>
            <pc:sldMasterMk cId="984608907" sldId="2147483660"/>
            <pc:sldLayoutMk cId="1839031760" sldId="2147483693"/>
          </pc:sldLayoutMkLst>
          <pc:spChg chg="del">
            <ac:chgData name="Sebastian Broers" userId="c3680e268fc62312" providerId="LiveId" clId="{3B61F686-473B-4BC6-A30A-56F2A3973A8A}" dt="2021-05-06T07:08:48.890" v="144" actId="478"/>
            <ac:spMkLst>
              <pc:docMk/>
              <pc:sldMasterMk cId="984608907" sldId="2147483660"/>
              <pc:sldLayoutMk cId="1839031760" sldId="2147483693"/>
              <ac:spMk id="5" creationId="{CE9A26EA-54CA-4F44-8C6A-6043576ACCA0}"/>
            </ac:spMkLst>
          </pc:spChg>
          <pc:spChg chg="add mod">
            <ac:chgData name="Sebastian Broers" userId="c3680e268fc62312" providerId="LiveId" clId="{3B61F686-473B-4BC6-A30A-56F2A3973A8A}" dt="2021-05-06T07:08:50.166" v="145"/>
            <ac:spMkLst>
              <pc:docMk/>
              <pc:sldMasterMk cId="984608907" sldId="2147483660"/>
              <pc:sldLayoutMk cId="1839031760" sldId="2147483693"/>
              <ac:spMk id="7" creationId="{40F81752-571D-4F9A-B232-D365E66A8081}"/>
            </ac:spMkLst>
          </pc:spChg>
        </pc:sldLayoutChg>
      </pc:sldMasterChg>
    </pc:docChg>
  </pc:docChgLst>
  <pc:docChgLst>
    <pc:chgData name="Sebastian Broers" userId="c3680e268fc62312" providerId="LiveId" clId="{2D723CA1-313E-4D85-8F16-A8420D4B01C6}"/>
    <pc:docChg chg="undo custSel addSld delSld modSld sldOrd">
      <pc:chgData name="Sebastian Broers" userId="c3680e268fc62312" providerId="LiveId" clId="{2D723CA1-313E-4D85-8F16-A8420D4B01C6}" dt="2021-05-18T06:29:58.259" v="1482" actId="12"/>
      <pc:docMkLst>
        <pc:docMk/>
      </pc:docMkLst>
      <pc:sldChg chg="modSp mod">
        <pc:chgData name="Sebastian Broers" userId="c3680e268fc62312" providerId="LiveId" clId="{2D723CA1-313E-4D85-8F16-A8420D4B01C6}" dt="2021-05-17T11:47:37.149" v="23"/>
        <pc:sldMkLst>
          <pc:docMk/>
          <pc:sldMk cId="314895424" sldId="258"/>
        </pc:sldMkLst>
        <pc:spChg chg="mod">
          <ac:chgData name="Sebastian Broers" userId="c3680e268fc62312" providerId="LiveId" clId="{2D723CA1-313E-4D85-8F16-A8420D4B01C6}" dt="2021-05-17T11:47:37.149" v="23"/>
          <ac:spMkLst>
            <pc:docMk/>
            <pc:sldMk cId="314895424" sldId="258"/>
            <ac:spMk id="3" creationId="{00000000-0000-0000-0000-000000000000}"/>
          </ac:spMkLst>
        </pc:spChg>
      </pc:sldChg>
      <pc:sldChg chg="modSp mod">
        <pc:chgData name="Sebastian Broers" userId="c3680e268fc62312" providerId="LiveId" clId="{2D723CA1-313E-4D85-8F16-A8420D4B01C6}" dt="2021-05-17T11:51:59.444" v="165" actId="1076"/>
        <pc:sldMkLst>
          <pc:docMk/>
          <pc:sldMk cId="1545939387" sldId="262"/>
        </pc:sldMkLst>
        <pc:spChg chg="mod">
          <ac:chgData name="Sebastian Broers" userId="c3680e268fc62312" providerId="LiveId" clId="{2D723CA1-313E-4D85-8F16-A8420D4B01C6}" dt="2021-05-17T11:51:55.963" v="164" actId="20577"/>
          <ac:spMkLst>
            <pc:docMk/>
            <pc:sldMk cId="1545939387" sldId="262"/>
            <ac:spMk id="8" creationId="{00000000-0000-0000-0000-000000000000}"/>
          </ac:spMkLst>
        </pc:spChg>
        <pc:spChg chg="mod">
          <ac:chgData name="Sebastian Broers" userId="c3680e268fc62312" providerId="LiveId" clId="{2D723CA1-313E-4D85-8F16-A8420D4B01C6}" dt="2021-05-17T11:51:59.444" v="165" actId="1076"/>
          <ac:spMkLst>
            <pc:docMk/>
            <pc:sldMk cId="1545939387" sldId="262"/>
            <ac:spMk id="9" creationId="{00000000-0000-0000-0000-000000000000}"/>
          </ac:spMkLst>
        </pc:spChg>
      </pc:sldChg>
      <pc:sldChg chg="del">
        <pc:chgData name="Sebastian Broers" userId="c3680e268fc62312" providerId="LiveId" clId="{2D723CA1-313E-4D85-8F16-A8420D4B01C6}" dt="2021-05-17T11:50:35.738" v="104" actId="47"/>
        <pc:sldMkLst>
          <pc:docMk/>
          <pc:sldMk cId="1116914026" sldId="267"/>
        </pc:sldMkLst>
      </pc:sldChg>
      <pc:sldChg chg="modSp mod">
        <pc:chgData name="Sebastian Broers" userId="c3680e268fc62312" providerId="LiveId" clId="{2D723CA1-313E-4D85-8F16-A8420D4B01C6}" dt="2021-05-17T13:08:20.185" v="1009" actId="20577"/>
        <pc:sldMkLst>
          <pc:docMk/>
          <pc:sldMk cId="1759709190" sldId="268"/>
        </pc:sldMkLst>
        <pc:spChg chg="mod">
          <ac:chgData name="Sebastian Broers" userId="c3680e268fc62312" providerId="LiveId" clId="{2D723CA1-313E-4D85-8F16-A8420D4B01C6}" dt="2021-05-17T13:08:20.185" v="1009" actId="20577"/>
          <ac:spMkLst>
            <pc:docMk/>
            <pc:sldMk cId="1759709190" sldId="268"/>
            <ac:spMk id="67" creationId="{660EF78D-FB01-4F96-AB43-715D859EF4AD}"/>
          </ac:spMkLst>
        </pc:spChg>
      </pc:sldChg>
      <pc:sldChg chg="del">
        <pc:chgData name="Sebastian Broers" userId="c3680e268fc62312" providerId="LiveId" clId="{2D723CA1-313E-4D85-8F16-A8420D4B01C6}" dt="2021-05-17T11:47:01.311" v="5" actId="47"/>
        <pc:sldMkLst>
          <pc:docMk/>
          <pc:sldMk cId="3909383266" sldId="274"/>
        </pc:sldMkLst>
      </pc:sldChg>
      <pc:sldChg chg="del">
        <pc:chgData name="Sebastian Broers" userId="c3680e268fc62312" providerId="LiveId" clId="{2D723CA1-313E-4D85-8F16-A8420D4B01C6}" dt="2021-05-17T11:47:00.883" v="3" actId="47"/>
        <pc:sldMkLst>
          <pc:docMk/>
          <pc:sldMk cId="1861834121" sldId="275"/>
        </pc:sldMkLst>
      </pc:sldChg>
      <pc:sldChg chg="del">
        <pc:chgData name="Sebastian Broers" userId="c3680e268fc62312" providerId="LiveId" clId="{2D723CA1-313E-4D85-8F16-A8420D4B01C6}" dt="2021-05-17T11:47:01.062" v="4" actId="47"/>
        <pc:sldMkLst>
          <pc:docMk/>
          <pc:sldMk cId="1924502569" sldId="276"/>
        </pc:sldMkLst>
      </pc:sldChg>
      <pc:sldChg chg="modSp mod">
        <pc:chgData name="Sebastian Broers" userId="c3680e268fc62312" providerId="LiveId" clId="{2D723CA1-313E-4D85-8F16-A8420D4B01C6}" dt="2021-05-17T11:54:55.577" v="294" actId="20577"/>
        <pc:sldMkLst>
          <pc:docMk/>
          <pc:sldMk cId="261377465" sldId="277"/>
        </pc:sldMkLst>
        <pc:spChg chg="mod">
          <ac:chgData name="Sebastian Broers" userId="c3680e268fc62312" providerId="LiveId" clId="{2D723CA1-313E-4D85-8F16-A8420D4B01C6}" dt="2021-05-17T11:51:29.517" v="141" actId="20577"/>
          <ac:spMkLst>
            <pc:docMk/>
            <pc:sldMk cId="261377465" sldId="277"/>
            <ac:spMk id="10" creationId="{A9C745B5-3FC0-4745-BC36-0C66B6FF0270}"/>
          </ac:spMkLst>
        </pc:spChg>
        <pc:spChg chg="mod">
          <ac:chgData name="Sebastian Broers" userId="c3680e268fc62312" providerId="LiveId" clId="{2D723CA1-313E-4D85-8F16-A8420D4B01C6}" dt="2021-05-17T11:51:22.960" v="125" actId="20577"/>
          <ac:spMkLst>
            <pc:docMk/>
            <pc:sldMk cId="261377465" sldId="277"/>
            <ac:spMk id="11" creationId="{00000000-0000-0000-0000-000000000000}"/>
          </ac:spMkLst>
        </pc:spChg>
        <pc:spChg chg="mod">
          <ac:chgData name="Sebastian Broers" userId="c3680e268fc62312" providerId="LiveId" clId="{2D723CA1-313E-4D85-8F16-A8420D4B01C6}" dt="2021-05-17T11:54:55.577" v="294" actId="20577"/>
          <ac:spMkLst>
            <pc:docMk/>
            <pc:sldMk cId="261377465" sldId="277"/>
            <ac:spMk id="13" creationId="{00000000-0000-0000-0000-000000000000}"/>
          </ac:spMkLst>
        </pc:spChg>
      </pc:sldChg>
      <pc:sldChg chg="del">
        <pc:chgData name="Sebastian Broers" userId="c3680e268fc62312" providerId="LiveId" clId="{2D723CA1-313E-4D85-8F16-A8420D4B01C6}" dt="2021-05-17T11:47:00.146" v="0" actId="47"/>
        <pc:sldMkLst>
          <pc:docMk/>
          <pc:sldMk cId="278338294" sldId="278"/>
        </pc:sldMkLst>
      </pc:sldChg>
      <pc:sldChg chg="delSp modSp add mod">
        <pc:chgData name="Sebastian Broers" userId="c3680e268fc62312" providerId="LiveId" clId="{2D723CA1-313E-4D85-8F16-A8420D4B01C6}" dt="2021-05-18T06:05:37.031" v="1322" actId="27636"/>
        <pc:sldMkLst>
          <pc:docMk/>
          <pc:sldMk cId="3629853632" sldId="278"/>
        </pc:sldMkLst>
        <pc:spChg chg="del">
          <ac:chgData name="Sebastian Broers" userId="c3680e268fc62312" providerId="LiveId" clId="{2D723CA1-313E-4D85-8F16-A8420D4B01C6}" dt="2021-05-17T11:49:16.365" v="64" actId="478"/>
          <ac:spMkLst>
            <pc:docMk/>
            <pc:sldMk cId="3629853632" sldId="278"/>
            <ac:spMk id="9" creationId="{0287B69B-CBB8-4B83-9B21-B722D561BBFC}"/>
          </ac:spMkLst>
        </pc:spChg>
        <pc:spChg chg="mod">
          <ac:chgData name="Sebastian Broers" userId="c3680e268fc62312" providerId="LiveId" clId="{2D723CA1-313E-4D85-8F16-A8420D4B01C6}" dt="2021-05-17T11:52:21.714" v="189" actId="20577"/>
          <ac:spMkLst>
            <pc:docMk/>
            <pc:sldMk cId="3629853632" sldId="278"/>
            <ac:spMk id="11" creationId="{00000000-0000-0000-0000-000000000000}"/>
          </ac:spMkLst>
        </pc:spChg>
        <pc:spChg chg="mod">
          <ac:chgData name="Sebastian Broers" userId="c3680e268fc62312" providerId="LiveId" clId="{2D723CA1-313E-4D85-8F16-A8420D4B01C6}" dt="2021-05-18T06:05:37.031" v="1322" actId="27636"/>
          <ac:spMkLst>
            <pc:docMk/>
            <pc:sldMk cId="3629853632" sldId="278"/>
            <ac:spMk id="13" creationId="{00000000-0000-0000-0000-000000000000}"/>
          </ac:spMkLst>
        </pc:spChg>
      </pc:sldChg>
      <pc:sldChg chg="addSp delSp modSp add mod">
        <pc:chgData name="Sebastian Broers" userId="c3680e268fc62312" providerId="LiveId" clId="{2D723CA1-313E-4D85-8F16-A8420D4B01C6}" dt="2021-05-17T13:02:01.822" v="923" actId="20577"/>
        <pc:sldMkLst>
          <pc:docMk/>
          <pc:sldMk cId="242720352" sldId="279"/>
        </pc:sldMkLst>
        <pc:spChg chg="add del mod">
          <ac:chgData name="Sebastian Broers" userId="c3680e268fc62312" providerId="LiveId" clId="{2D723CA1-313E-4D85-8F16-A8420D4B01C6}" dt="2021-05-17T12:25:34.600" v="453" actId="478"/>
          <ac:spMkLst>
            <pc:docMk/>
            <pc:sldMk cId="242720352" sldId="279"/>
            <ac:spMk id="4" creationId="{2B05F22C-97ED-478C-9B76-DF33FB6811A7}"/>
          </ac:spMkLst>
        </pc:spChg>
        <pc:spChg chg="del mod">
          <ac:chgData name="Sebastian Broers" userId="c3680e268fc62312" providerId="LiveId" clId="{2D723CA1-313E-4D85-8F16-A8420D4B01C6}" dt="2021-05-17T12:25:36.917" v="454" actId="478"/>
          <ac:spMkLst>
            <pc:docMk/>
            <pc:sldMk cId="242720352" sldId="279"/>
            <ac:spMk id="10" creationId="{A9C745B5-3FC0-4745-BC36-0C66B6FF0270}"/>
          </ac:spMkLst>
        </pc:spChg>
        <pc:spChg chg="add del mod">
          <ac:chgData name="Sebastian Broers" userId="c3680e268fc62312" providerId="LiveId" clId="{2D723CA1-313E-4D85-8F16-A8420D4B01C6}" dt="2021-05-17T13:02:01.822" v="923" actId="20577"/>
          <ac:spMkLst>
            <pc:docMk/>
            <pc:sldMk cId="242720352" sldId="279"/>
            <ac:spMk id="11" creationId="{00000000-0000-0000-0000-000000000000}"/>
          </ac:spMkLst>
        </pc:spChg>
        <pc:spChg chg="mod">
          <ac:chgData name="Sebastian Broers" userId="c3680e268fc62312" providerId="LiveId" clId="{2D723CA1-313E-4D85-8F16-A8420D4B01C6}" dt="2021-05-17T12:25:42.490" v="455" actId="113"/>
          <ac:spMkLst>
            <pc:docMk/>
            <pc:sldMk cId="242720352" sldId="279"/>
            <ac:spMk id="13" creationId="{00000000-0000-0000-0000-000000000000}"/>
          </ac:spMkLst>
        </pc:spChg>
      </pc:sldChg>
      <pc:sldChg chg="del">
        <pc:chgData name="Sebastian Broers" userId="c3680e268fc62312" providerId="LiveId" clId="{2D723CA1-313E-4D85-8F16-A8420D4B01C6}" dt="2021-05-17T11:47:00.413" v="1" actId="47"/>
        <pc:sldMkLst>
          <pc:docMk/>
          <pc:sldMk cId="900995149" sldId="279"/>
        </pc:sldMkLst>
      </pc:sldChg>
      <pc:sldChg chg="add del">
        <pc:chgData name="Sebastian Broers" userId="c3680e268fc62312" providerId="LiveId" clId="{2D723CA1-313E-4D85-8F16-A8420D4B01C6}" dt="2021-05-17T11:52:51.185" v="193" actId="47"/>
        <pc:sldMkLst>
          <pc:docMk/>
          <pc:sldMk cId="4093360408" sldId="279"/>
        </pc:sldMkLst>
      </pc:sldChg>
      <pc:sldChg chg="add del">
        <pc:chgData name="Sebastian Broers" userId="c3680e268fc62312" providerId="LiveId" clId="{2D723CA1-313E-4D85-8F16-A8420D4B01C6}" dt="2021-05-17T12:20:06.931" v="297" actId="47"/>
        <pc:sldMkLst>
          <pc:docMk/>
          <pc:sldMk cId="1125540568" sldId="280"/>
        </pc:sldMkLst>
      </pc:sldChg>
      <pc:sldChg chg="modSp add mod ord">
        <pc:chgData name="Sebastian Broers" userId="c3680e268fc62312" providerId="LiveId" clId="{2D723CA1-313E-4D85-8F16-A8420D4B01C6}" dt="2021-05-17T13:08:57.271" v="1028" actId="27636"/>
        <pc:sldMkLst>
          <pc:docMk/>
          <pc:sldMk cId="1552581999" sldId="280"/>
        </pc:sldMkLst>
        <pc:spChg chg="mod">
          <ac:chgData name="Sebastian Broers" userId="c3680e268fc62312" providerId="LiveId" clId="{2D723CA1-313E-4D85-8F16-A8420D4B01C6}" dt="2021-05-17T13:08:57.271" v="1028" actId="27636"/>
          <ac:spMkLst>
            <pc:docMk/>
            <pc:sldMk cId="1552581999" sldId="280"/>
            <ac:spMk id="8" creationId="{00000000-0000-0000-0000-000000000000}"/>
          </ac:spMkLst>
        </pc:spChg>
        <pc:spChg chg="mod">
          <ac:chgData name="Sebastian Broers" userId="c3680e268fc62312" providerId="LiveId" clId="{2D723CA1-313E-4D85-8F16-A8420D4B01C6}" dt="2021-05-17T13:08:54.671" v="1025" actId="21"/>
          <ac:spMkLst>
            <pc:docMk/>
            <pc:sldMk cId="1552581999" sldId="280"/>
            <ac:spMk id="9" creationId="{00000000-0000-0000-0000-000000000000}"/>
          </ac:spMkLst>
        </pc:spChg>
        <pc:spChg chg="mod">
          <ac:chgData name="Sebastian Broers" userId="c3680e268fc62312" providerId="LiveId" clId="{2D723CA1-313E-4D85-8F16-A8420D4B01C6}" dt="2021-05-17T12:22:28.327" v="318" actId="20577"/>
          <ac:spMkLst>
            <pc:docMk/>
            <pc:sldMk cId="1552581999" sldId="280"/>
            <ac:spMk id="10" creationId="{00000000-0000-0000-0000-000000000000}"/>
          </ac:spMkLst>
        </pc:spChg>
      </pc:sldChg>
      <pc:sldChg chg="del">
        <pc:chgData name="Sebastian Broers" userId="c3680e268fc62312" providerId="LiveId" clId="{2D723CA1-313E-4D85-8F16-A8420D4B01C6}" dt="2021-05-17T11:47:00.670" v="2" actId="47"/>
        <pc:sldMkLst>
          <pc:docMk/>
          <pc:sldMk cId="3035931212" sldId="280"/>
        </pc:sldMkLst>
      </pc:sldChg>
      <pc:sldChg chg="del">
        <pc:chgData name="Sebastian Broers" userId="c3680e268fc62312" providerId="LiveId" clId="{2D723CA1-313E-4D85-8F16-A8420D4B01C6}" dt="2021-05-17T11:47:01.724" v="6" actId="47"/>
        <pc:sldMkLst>
          <pc:docMk/>
          <pc:sldMk cId="805200953" sldId="281"/>
        </pc:sldMkLst>
      </pc:sldChg>
      <pc:sldChg chg="addSp delSp modSp add mod ord">
        <pc:chgData name="Sebastian Broers" userId="c3680e268fc62312" providerId="LiveId" clId="{2D723CA1-313E-4D85-8F16-A8420D4B01C6}" dt="2021-05-17T13:01:55.806" v="919" actId="20577"/>
        <pc:sldMkLst>
          <pc:docMk/>
          <pc:sldMk cId="2079497257" sldId="281"/>
        </pc:sldMkLst>
        <pc:spChg chg="add del mod">
          <ac:chgData name="Sebastian Broers" userId="c3680e268fc62312" providerId="LiveId" clId="{2D723CA1-313E-4D85-8F16-A8420D4B01C6}" dt="2021-05-17T12:37:05.070" v="629" actId="478"/>
          <ac:spMkLst>
            <pc:docMk/>
            <pc:sldMk cId="2079497257" sldId="281"/>
            <ac:spMk id="10" creationId="{AC48217D-7DC0-42E4-BA15-8C0C894DC911}"/>
          </ac:spMkLst>
        </pc:spChg>
        <pc:spChg chg="mod">
          <ac:chgData name="Sebastian Broers" userId="c3680e268fc62312" providerId="LiveId" clId="{2D723CA1-313E-4D85-8F16-A8420D4B01C6}" dt="2021-05-17T13:01:55.806" v="919" actId="20577"/>
          <ac:spMkLst>
            <pc:docMk/>
            <pc:sldMk cId="2079497257" sldId="281"/>
            <ac:spMk id="11" creationId="{00000000-0000-0000-0000-000000000000}"/>
          </ac:spMkLst>
        </pc:spChg>
        <pc:spChg chg="add del">
          <ac:chgData name="Sebastian Broers" userId="c3680e268fc62312" providerId="LiveId" clId="{2D723CA1-313E-4D85-8F16-A8420D4B01C6}" dt="2021-05-17T12:39:01.078" v="635" actId="478"/>
          <ac:spMkLst>
            <pc:docMk/>
            <pc:sldMk cId="2079497257" sldId="281"/>
            <ac:spMk id="12" creationId="{6789632F-E401-4B90-8BB4-827BEFCFEAF2}"/>
          </ac:spMkLst>
        </pc:spChg>
        <pc:spChg chg="mod">
          <ac:chgData name="Sebastian Broers" userId="c3680e268fc62312" providerId="LiveId" clId="{2D723CA1-313E-4D85-8F16-A8420D4B01C6}" dt="2021-05-17T12:49:57.770" v="743" actId="20577"/>
          <ac:spMkLst>
            <pc:docMk/>
            <pc:sldMk cId="2079497257" sldId="281"/>
            <ac:spMk id="13" creationId="{00000000-0000-0000-0000-000000000000}"/>
          </ac:spMkLst>
        </pc:spChg>
        <pc:spChg chg="add mod">
          <ac:chgData name="Sebastian Broers" userId="c3680e268fc62312" providerId="LiveId" clId="{2D723CA1-313E-4D85-8F16-A8420D4B01C6}" dt="2021-05-17T12:40:14.547" v="648" actId="1076"/>
          <ac:spMkLst>
            <pc:docMk/>
            <pc:sldMk cId="2079497257" sldId="281"/>
            <ac:spMk id="17" creationId="{B8C2389A-5B4A-44B9-B6B4-ABA4E67FD64C}"/>
          </ac:spMkLst>
        </pc:spChg>
        <pc:picChg chg="add del mod">
          <ac:chgData name="Sebastian Broers" userId="c3680e268fc62312" providerId="LiveId" clId="{2D723CA1-313E-4D85-8F16-A8420D4B01C6}" dt="2021-05-17T12:37:03.118" v="628" actId="478"/>
          <ac:picMkLst>
            <pc:docMk/>
            <pc:sldMk cId="2079497257" sldId="281"/>
            <ac:picMk id="4" creationId="{90FD1EDC-1FAA-4AF5-81CD-6FE674071F76}"/>
          </ac:picMkLst>
        </pc:picChg>
        <pc:picChg chg="add del mod">
          <ac:chgData name="Sebastian Broers" userId="c3680e268fc62312" providerId="LiveId" clId="{2D723CA1-313E-4D85-8F16-A8420D4B01C6}" dt="2021-05-17T12:39:13.115" v="637" actId="478"/>
          <ac:picMkLst>
            <pc:docMk/>
            <pc:sldMk cId="2079497257" sldId="281"/>
            <ac:picMk id="14" creationId="{C11062D4-A99A-4D99-B73B-4D46368DC322}"/>
          </ac:picMkLst>
        </pc:picChg>
        <pc:picChg chg="add mod">
          <ac:chgData name="Sebastian Broers" userId="c3680e268fc62312" providerId="LiveId" clId="{2D723CA1-313E-4D85-8F16-A8420D4B01C6}" dt="2021-05-17T12:39:37.365" v="643" actId="14100"/>
          <ac:picMkLst>
            <pc:docMk/>
            <pc:sldMk cId="2079497257" sldId="281"/>
            <ac:picMk id="15" creationId="{C31D2893-6754-4BCE-91E8-CC574B50A52B}"/>
          </ac:picMkLst>
        </pc:picChg>
      </pc:sldChg>
      <pc:sldChg chg="modSp add mod">
        <pc:chgData name="Sebastian Broers" userId="c3680e268fc62312" providerId="LiveId" clId="{2D723CA1-313E-4D85-8F16-A8420D4B01C6}" dt="2021-05-17T13:01:59.137" v="921" actId="20577"/>
        <pc:sldMkLst>
          <pc:docMk/>
          <pc:sldMk cId="830568646" sldId="282"/>
        </pc:sldMkLst>
        <pc:spChg chg="mod">
          <ac:chgData name="Sebastian Broers" userId="c3680e268fc62312" providerId="LiveId" clId="{2D723CA1-313E-4D85-8F16-A8420D4B01C6}" dt="2021-05-17T13:01:59.137" v="921" actId="20577"/>
          <ac:spMkLst>
            <pc:docMk/>
            <pc:sldMk cId="830568646" sldId="282"/>
            <ac:spMk id="11" creationId="{00000000-0000-0000-0000-000000000000}"/>
          </ac:spMkLst>
        </pc:spChg>
      </pc:sldChg>
      <pc:sldChg chg="del">
        <pc:chgData name="Sebastian Broers" userId="c3680e268fc62312" providerId="LiveId" clId="{2D723CA1-313E-4D85-8F16-A8420D4B01C6}" dt="2021-05-17T11:47:02.100" v="7" actId="47"/>
        <pc:sldMkLst>
          <pc:docMk/>
          <pc:sldMk cId="3408125807" sldId="283"/>
        </pc:sldMkLst>
      </pc:sldChg>
      <pc:sldChg chg="addSp delSp modSp add mod">
        <pc:chgData name="Sebastian Broers" userId="c3680e268fc62312" providerId="LiveId" clId="{2D723CA1-313E-4D85-8F16-A8420D4B01C6}" dt="2021-05-17T13:01:52.651" v="917" actId="20577"/>
        <pc:sldMkLst>
          <pc:docMk/>
          <pc:sldMk cId="3988470187" sldId="283"/>
        </pc:sldMkLst>
        <pc:spChg chg="mod">
          <ac:chgData name="Sebastian Broers" userId="c3680e268fc62312" providerId="LiveId" clId="{2D723CA1-313E-4D85-8F16-A8420D4B01C6}" dt="2021-05-17T13:01:52.651" v="917" actId="20577"/>
          <ac:spMkLst>
            <pc:docMk/>
            <pc:sldMk cId="3988470187" sldId="283"/>
            <ac:spMk id="11" creationId="{00000000-0000-0000-0000-000000000000}"/>
          </ac:spMkLst>
        </pc:spChg>
        <pc:spChg chg="mod">
          <ac:chgData name="Sebastian Broers" userId="c3680e268fc62312" providerId="LiveId" clId="{2D723CA1-313E-4D85-8F16-A8420D4B01C6}" dt="2021-05-17T12:49:51.192" v="740" actId="20577"/>
          <ac:spMkLst>
            <pc:docMk/>
            <pc:sldMk cId="3988470187" sldId="283"/>
            <ac:spMk id="13" creationId="{00000000-0000-0000-0000-000000000000}"/>
          </ac:spMkLst>
        </pc:spChg>
        <pc:spChg chg="mod">
          <ac:chgData name="Sebastian Broers" userId="c3680e268fc62312" providerId="LiveId" clId="{2D723CA1-313E-4D85-8F16-A8420D4B01C6}" dt="2021-05-17T12:50:47.814" v="752" actId="1076"/>
          <ac:spMkLst>
            <pc:docMk/>
            <pc:sldMk cId="3988470187" sldId="283"/>
            <ac:spMk id="17" creationId="{B8C2389A-5B4A-44B9-B6B4-ABA4E67FD64C}"/>
          </ac:spMkLst>
        </pc:spChg>
        <pc:picChg chg="add mod modCrop">
          <ac:chgData name="Sebastian Broers" userId="c3680e268fc62312" providerId="LiveId" clId="{2D723CA1-313E-4D85-8F16-A8420D4B01C6}" dt="2021-05-17T12:50:43.643" v="751" actId="1076"/>
          <ac:picMkLst>
            <pc:docMk/>
            <pc:sldMk cId="3988470187" sldId="283"/>
            <ac:picMk id="4" creationId="{94A0425B-E056-4AA0-99D4-DE4935F8E179}"/>
          </ac:picMkLst>
        </pc:picChg>
        <pc:picChg chg="del">
          <ac:chgData name="Sebastian Broers" userId="c3680e268fc62312" providerId="LiveId" clId="{2D723CA1-313E-4D85-8F16-A8420D4B01C6}" dt="2021-05-17T12:45:31.102" v="668" actId="478"/>
          <ac:picMkLst>
            <pc:docMk/>
            <pc:sldMk cId="3988470187" sldId="283"/>
            <ac:picMk id="15" creationId="{C31D2893-6754-4BCE-91E8-CC574B50A52B}"/>
          </ac:picMkLst>
        </pc:picChg>
      </pc:sldChg>
      <pc:sldChg chg="addSp delSp modSp add mod">
        <pc:chgData name="Sebastian Broers" userId="c3680e268fc62312" providerId="LiveId" clId="{2D723CA1-313E-4D85-8F16-A8420D4B01C6}" dt="2021-05-17T13:01:48.847" v="915" actId="20577"/>
        <pc:sldMkLst>
          <pc:docMk/>
          <pc:sldMk cId="3823942772" sldId="284"/>
        </pc:sldMkLst>
        <pc:spChg chg="mod">
          <ac:chgData name="Sebastian Broers" userId="c3680e268fc62312" providerId="LiveId" clId="{2D723CA1-313E-4D85-8F16-A8420D4B01C6}" dt="2021-05-17T13:01:48.847" v="915" actId="20577"/>
          <ac:spMkLst>
            <pc:docMk/>
            <pc:sldMk cId="3823942772" sldId="284"/>
            <ac:spMk id="11" creationId="{00000000-0000-0000-0000-000000000000}"/>
          </ac:spMkLst>
        </pc:spChg>
        <pc:spChg chg="mod">
          <ac:chgData name="Sebastian Broers" userId="c3680e268fc62312" providerId="LiveId" clId="{2D723CA1-313E-4D85-8F16-A8420D4B01C6}" dt="2021-05-17T12:59:23.180" v="898" actId="20577"/>
          <ac:spMkLst>
            <pc:docMk/>
            <pc:sldMk cId="3823942772" sldId="284"/>
            <ac:spMk id="13" creationId="{00000000-0000-0000-0000-000000000000}"/>
          </ac:spMkLst>
        </pc:spChg>
        <pc:spChg chg="mod">
          <ac:chgData name="Sebastian Broers" userId="c3680e268fc62312" providerId="LiveId" clId="{2D723CA1-313E-4D85-8F16-A8420D4B01C6}" dt="2021-05-17T13:00:44.302" v="902" actId="1076"/>
          <ac:spMkLst>
            <pc:docMk/>
            <pc:sldMk cId="3823942772" sldId="284"/>
            <ac:spMk id="17" creationId="{B8C2389A-5B4A-44B9-B6B4-ABA4E67FD64C}"/>
          </ac:spMkLst>
        </pc:spChg>
        <pc:picChg chg="del">
          <ac:chgData name="Sebastian Broers" userId="c3680e268fc62312" providerId="LiveId" clId="{2D723CA1-313E-4D85-8F16-A8420D4B01C6}" dt="2021-05-17T12:53:15.756" v="754" actId="478"/>
          <ac:picMkLst>
            <pc:docMk/>
            <pc:sldMk cId="3823942772" sldId="284"/>
            <ac:picMk id="4" creationId="{94A0425B-E056-4AA0-99D4-DE4935F8E179}"/>
          </ac:picMkLst>
        </pc:picChg>
        <pc:picChg chg="add mod">
          <ac:chgData name="Sebastian Broers" userId="c3680e268fc62312" providerId="LiveId" clId="{2D723CA1-313E-4D85-8F16-A8420D4B01C6}" dt="2021-05-17T12:53:32.673" v="763" actId="1076"/>
          <ac:picMkLst>
            <pc:docMk/>
            <pc:sldMk cId="3823942772" sldId="284"/>
            <ac:picMk id="6" creationId="{ECAB693A-C102-445F-BAF4-A199416F7B36}"/>
          </ac:picMkLst>
        </pc:picChg>
      </pc:sldChg>
      <pc:sldChg chg="del">
        <pc:chgData name="Sebastian Broers" userId="c3680e268fc62312" providerId="LiveId" clId="{2D723CA1-313E-4D85-8F16-A8420D4B01C6}" dt="2021-05-17T11:47:02.459" v="8" actId="47"/>
        <pc:sldMkLst>
          <pc:docMk/>
          <pc:sldMk cId="4090315109" sldId="284"/>
        </pc:sldMkLst>
      </pc:sldChg>
      <pc:sldChg chg="del">
        <pc:chgData name="Sebastian Broers" userId="c3680e268fc62312" providerId="LiveId" clId="{2D723CA1-313E-4D85-8F16-A8420D4B01C6}" dt="2021-05-17T11:47:02.802" v="9" actId="47"/>
        <pc:sldMkLst>
          <pc:docMk/>
          <pc:sldMk cId="3144498697" sldId="285"/>
        </pc:sldMkLst>
      </pc:sldChg>
      <pc:sldChg chg="addSp delSp modSp add mod chgLayout">
        <pc:chgData name="Sebastian Broers" userId="c3680e268fc62312" providerId="LiveId" clId="{2D723CA1-313E-4D85-8F16-A8420D4B01C6}" dt="2021-05-17T13:03:21.039" v="946" actId="1076"/>
        <pc:sldMkLst>
          <pc:docMk/>
          <pc:sldMk cId="3569427326" sldId="285"/>
        </pc:sldMkLst>
        <pc:spChg chg="add del mod">
          <ac:chgData name="Sebastian Broers" userId="c3680e268fc62312" providerId="LiveId" clId="{2D723CA1-313E-4D85-8F16-A8420D4B01C6}" dt="2021-05-17T13:02:14.439" v="926" actId="6264"/>
          <ac:spMkLst>
            <pc:docMk/>
            <pc:sldMk cId="3569427326" sldId="285"/>
            <ac:spMk id="2" creationId="{66F49807-F783-4015-90D7-C0D420F42E7F}"/>
          </ac:spMkLst>
        </pc:spChg>
        <pc:spChg chg="mod ord">
          <ac:chgData name="Sebastian Broers" userId="c3680e268fc62312" providerId="LiveId" clId="{2D723CA1-313E-4D85-8F16-A8420D4B01C6}" dt="2021-05-17T13:02:14.439" v="926" actId="6264"/>
          <ac:spMkLst>
            <pc:docMk/>
            <pc:sldMk cId="3569427326" sldId="285"/>
            <ac:spMk id="3" creationId="{00000000-0000-0000-0000-000000000000}"/>
          </ac:spMkLst>
        </pc:spChg>
        <pc:spChg chg="add del mod">
          <ac:chgData name="Sebastian Broers" userId="c3680e268fc62312" providerId="LiveId" clId="{2D723CA1-313E-4D85-8F16-A8420D4B01C6}" dt="2021-05-17T13:02:14.439" v="926" actId="6264"/>
          <ac:spMkLst>
            <pc:docMk/>
            <pc:sldMk cId="3569427326" sldId="285"/>
            <ac:spMk id="4" creationId="{9BB63F25-6903-4947-BF0A-7E8C991B12F4}"/>
          </ac:spMkLst>
        </pc:spChg>
        <pc:spChg chg="mod ord">
          <ac:chgData name="Sebastian Broers" userId="c3680e268fc62312" providerId="LiveId" clId="{2D723CA1-313E-4D85-8F16-A8420D4B01C6}" dt="2021-05-17T13:02:14.439" v="926" actId="6264"/>
          <ac:spMkLst>
            <pc:docMk/>
            <pc:sldMk cId="3569427326" sldId="285"/>
            <ac:spMk id="5" creationId="{00000000-0000-0000-0000-000000000000}"/>
          </ac:spMkLst>
        </pc:spChg>
        <pc:spChg chg="add del mod">
          <ac:chgData name="Sebastian Broers" userId="c3680e268fc62312" providerId="LiveId" clId="{2D723CA1-313E-4D85-8F16-A8420D4B01C6}" dt="2021-05-17T13:02:14.439" v="926" actId="6264"/>
          <ac:spMkLst>
            <pc:docMk/>
            <pc:sldMk cId="3569427326" sldId="285"/>
            <ac:spMk id="7" creationId="{60BA15E6-6FF4-4D94-8962-3B352AB749D2}"/>
          </ac:spMkLst>
        </pc:spChg>
        <pc:spChg chg="mod ord">
          <ac:chgData name="Sebastian Broers" userId="c3680e268fc62312" providerId="LiveId" clId="{2D723CA1-313E-4D85-8F16-A8420D4B01C6}" dt="2021-05-17T13:02:14.439" v="926" actId="6264"/>
          <ac:spMkLst>
            <pc:docMk/>
            <pc:sldMk cId="3569427326" sldId="285"/>
            <ac:spMk id="8" creationId="{40EABAF9-AFBD-45F0-A303-28005BECD7D3}"/>
          </ac:spMkLst>
        </pc:spChg>
        <pc:spChg chg="add del mod">
          <ac:chgData name="Sebastian Broers" userId="c3680e268fc62312" providerId="LiveId" clId="{2D723CA1-313E-4D85-8F16-A8420D4B01C6}" dt="2021-05-17T13:02:14.439" v="926" actId="6264"/>
          <ac:spMkLst>
            <pc:docMk/>
            <pc:sldMk cId="3569427326" sldId="285"/>
            <ac:spMk id="9" creationId="{09A7D733-AF52-4D8F-85C9-B7BBC195D979}"/>
          </ac:spMkLst>
        </pc:spChg>
        <pc:spChg chg="add del mod">
          <ac:chgData name="Sebastian Broers" userId="c3680e268fc62312" providerId="LiveId" clId="{2D723CA1-313E-4D85-8F16-A8420D4B01C6}" dt="2021-05-17T13:02:14.439" v="926" actId="6264"/>
          <ac:spMkLst>
            <pc:docMk/>
            <pc:sldMk cId="3569427326" sldId="285"/>
            <ac:spMk id="10" creationId="{32076BB1-4C99-4B30-AE3F-AEAF7477D085}"/>
          </ac:spMkLst>
        </pc:spChg>
        <pc:spChg chg="mod ord">
          <ac:chgData name="Sebastian Broers" userId="c3680e268fc62312" providerId="LiveId" clId="{2D723CA1-313E-4D85-8F16-A8420D4B01C6}" dt="2021-05-17T13:02:14.439" v="926" actId="6264"/>
          <ac:spMkLst>
            <pc:docMk/>
            <pc:sldMk cId="3569427326" sldId="285"/>
            <ac:spMk id="11" creationId="{00000000-0000-0000-0000-000000000000}"/>
          </ac:spMkLst>
        </pc:spChg>
        <pc:spChg chg="add del mod ord">
          <ac:chgData name="Sebastian Broers" userId="c3680e268fc62312" providerId="LiveId" clId="{2D723CA1-313E-4D85-8F16-A8420D4B01C6}" dt="2021-05-17T13:02:26.104" v="927" actId="478"/>
          <ac:spMkLst>
            <pc:docMk/>
            <pc:sldMk cId="3569427326" sldId="285"/>
            <ac:spMk id="12" creationId="{C35602E3-C648-4702-8673-206ED10B8B78}"/>
          </ac:spMkLst>
        </pc:spChg>
        <pc:spChg chg="del mod ord">
          <ac:chgData name="Sebastian Broers" userId="c3680e268fc62312" providerId="LiveId" clId="{2D723CA1-313E-4D85-8F16-A8420D4B01C6}" dt="2021-05-17T13:02:29.967" v="928" actId="478"/>
          <ac:spMkLst>
            <pc:docMk/>
            <pc:sldMk cId="3569427326" sldId="285"/>
            <ac:spMk id="13" creationId="{00000000-0000-0000-0000-000000000000}"/>
          </ac:spMkLst>
        </pc:spChg>
        <pc:spChg chg="add del mod">
          <ac:chgData name="Sebastian Broers" userId="c3680e268fc62312" providerId="LiveId" clId="{2D723CA1-313E-4D85-8F16-A8420D4B01C6}" dt="2021-05-17T13:02:32.767" v="929" actId="478"/>
          <ac:spMkLst>
            <pc:docMk/>
            <pc:sldMk cId="3569427326" sldId="285"/>
            <ac:spMk id="15" creationId="{D4C11309-96E6-4433-BB6D-0F7B7D3165EB}"/>
          </ac:spMkLst>
        </pc:spChg>
        <pc:spChg chg="del">
          <ac:chgData name="Sebastian Broers" userId="c3680e268fc62312" providerId="LiveId" clId="{2D723CA1-313E-4D85-8F16-A8420D4B01C6}" dt="2021-05-17T13:02:09.916" v="925" actId="478"/>
          <ac:spMkLst>
            <pc:docMk/>
            <pc:sldMk cId="3569427326" sldId="285"/>
            <ac:spMk id="17" creationId="{B8C2389A-5B4A-44B9-B6B4-ABA4E67FD64C}"/>
          </ac:spMkLst>
        </pc:spChg>
        <pc:spChg chg="add del mod">
          <ac:chgData name="Sebastian Broers" userId="c3680e268fc62312" providerId="LiveId" clId="{2D723CA1-313E-4D85-8F16-A8420D4B01C6}" dt="2021-05-17T13:02:59.525" v="936" actId="478"/>
          <ac:spMkLst>
            <pc:docMk/>
            <pc:sldMk cId="3569427326" sldId="285"/>
            <ac:spMk id="19" creationId="{A94A30FE-D7B3-419C-A6C2-8C37F6EB6990}"/>
          </ac:spMkLst>
        </pc:spChg>
        <pc:spChg chg="add mod">
          <ac:chgData name="Sebastian Broers" userId="c3680e268fc62312" providerId="LiveId" clId="{2D723CA1-313E-4D85-8F16-A8420D4B01C6}" dt="2021-05-17T13:03:18.695" v="945" actId="1076"/>
          <ac:spMkLst>
            <pc:docMk/>
            <pc:sldMk cId="3569427326" sldId="285"/>
            <ac:spMk id="20" creationId="{1A2070E1-7971-4968-BFE4-B50BEB43AB05}"/>
          </ac:spMkLst>
        </pc:spChg>
        <pc:picChg chg="del">
          <ac:chgData name="Sebastian Broers" userId="c3680e268fc62312" providerId="LiveId" clId="{2D723CA1-313E-4D85-8F16-A8420D4B01C6}" dt="2021-05-17T13:02:08.686" v="924" actId="478"/>
          <ac:picMkLst>
            <pc:docMk/>
            <pc:sldMk cId="3569427326" sldId="285"/>
            <ac:picMk id="6" creationId="{ECAB693A-C102-445F-BAF4-A199416F7B36}"/>
          </ac:picMkLst>
        </pc:picChg>
        <pc:picChg chg="add mod">
          <ac:chgData name="Sebastian Broers" userId="c3680e268fc62312" providerId="LiveId" clId="{2D723CA1-313E-4D85-8F16-A8420D4B01C6}" dt="2021-05-17T13:03:21.039" v="946" actId="1076"/>
          <ac:picMkLst>
            <pc:docMk/>
            <pc:sldMk cId="3569427326" sldId="285"/>
            <ac:picMk id="18" creationId="{44CF3336-14A7-4E1D-9B5B-E327A1475921}"/>
          </ac:picMkLst>
        </pc:picChg>
      </pc:sldChg>
      <pc:sldChg chg="del">
        <pc:chgData name="Sebastian Broers" userId="c3680e268fc62312" providerId="LiveId" clId="{2D723CA1-313E-4D85-8F16-A8420D4B01C6}" dt="2021-05-17T11:47:03.426" v="10" actId="47"/>
        <pc:sldMkLst>
          <pc:docMk/>
          <pc:sldMk cId="990106119" sldId="286"/>
        </pc:sldMkLst>
      </pc:sldChg>
      <pc:sldChg chg="modSp add mod ord">
        <pc:chgData name="Sebastian Broers" userId="c3680e268fc62312" providerId="LiveId" clId="{2D723CA1-313E-4D85-8F16-A8420D4B01C6}" dt="2021-05-17T13:09:55.120" v="1035" actId="20577"/>
        <pc:sldMkLst>
          <pc:docMk/>
          <pc:sldMk cId="3891133320" sldId="286"/>
        </pc:sldMkLst>
        <pc:spChg chg="mod">
          <ac:chgData name="Sebastian Broers" userId="c3680e268fc62312" providerId="LiveId" clId="{2D723CA1-313E-4D85-8F16-A8420D4B01C6}" dt="2021-05-17T13:09:48.484" v="1033" actId="27636"/>
          <ac:spMkLst>
            <pc:docMk/>
            <pc:sldMk cId="3891133320" sldId="286"/>
            <ac:spMk id="8" creationId="{00000000-0000-0000-0000-000000000000}"/>
          </ac:spMkLst>
        </pc:spChg>
        <pc:spChg chg="mod">
          <ac:chgData name="Sebastian Broers" userId="c3680e268fc62312" providerId="LiveId" clId="{2D723CA1-313E-4D85-8F16-A8420D4B01C6}" dt="2021-05-17T13:09:55.120" v="1035" actId="20577"/>
          <ac:spMkLst>
            <pc:docMk/>
            <pc:sldMk cId="3891133320" sldId="286"/>
            <ac:spMk id="10" creationId="{00000000-0000-0000-0000-000000000000}"/>
          </ac:spMkLst>
        </pc:spChg>
      </pc:sldChg>
      <pc:sldChg chg="addSp delSp modSp add mod ord chgLayout">
        <pc:chgData name="Sebastian Broers" userId="c3680e268fc62312" providerId="LiveId" clId="{2D723CA1-313E-4D85-8F16-A8420D4B01C6}" dt="2021-05-17T13:14:27.435" v="1136" actId="20577"/>
        <pc:sldMkLst>
          <pc:docMk/>
          <pc:sldMk cId="1441543623" sldId="287"/>
        </pc:sldMkLst>
        <pc:spChg chg="add del mod">
          <ac:chgData name="Sebastian Broers" userId="c3680e268fc62312" providerId="LiveId" clId="{2D723CA1-313E-4D85-8F16-A8420D4B01C6}" dt="2021-05-17T13:10:20.563" v="1058" actId="6264"/>
          <ac:spMkLst>
            <pc:docMk/>
            <pc:sldMk cId="1441543623" sldId="287"/>
            <ac:spMk id="2" creationId="{1325A176-90E6-4F1F-B604-350238B47B46}"/>
          </ac:spMkLst>
        </pc:spChg>
        <pc:spChg chg="mod ord">
          <ac:chgData name="Sebastian Broers" userId="c3680e268fc62312" providerId="LiveId" clId="{2D723CA1-313E-4D85-8F16-A8420D4B01C6}" dt="2021-05-17T13:10:20.563" v="1058" actId="6264"/>
          <ac:spMkLst>
            <pc:docMk/>
            <pc:sldMk cId="1441543623" sldId="287"/>
            <ac:spMk id="3" creationId="{00000000-0000-0000-0000-000000000000}"/>
          </ac:spMkLst>
        </pc:spChg>
        <pc:spChg chg="add del mod">
          <ac:chgData name="Sebastian Broers" userId="c3680e268fc62312" providerId="LiveId" clId="{2D723CA1-313E-4D85-8F16-A8420D4B01C6}" dt="2021-05-17T13:10:20.563" v="1058" actId="6264"/>
          <ac:spMkLst>
            <pc:docMk/>
            <pc:sldMk cId="1441543623" sldId="287"/>
            <ac:spMk id="4" creationId="{E57EB285-0CAF-4A77-A724-9EB1DF79474C}"/>
          </ac:spMkLst>
        </pc:spChg>
        <pc:spChg chg="mod ord">
          <ac:chgData name="Sebastian Broers" userId="c3680e268fc62312" providerId="LiveId" clId="{2D723CA1-313E-4D85-8F16-A8420D4B01C6}" dt="2021-05-17T13:10:20.563" v="1058" actId="6264"/>
          <ac:spMkLst>
            <pc:docMk/>
            <pc:sldMk cId="1441543623" sldId="287"/>
            <ac:spMk id="5" creationId="{00000000-0000-0000-0000-000000000000}"/>
          </ac:spMkLst>
        </pc:spChg>
        <pc:spChg chg="add del mod">
          <ac:chgData name="Sebastian Broers" userId="c3680e268fc62312" providerId="LiveId" clId="{2D723CA1-313E-4D85-8F16-A8420D4B01C6}" dt="2021-05-17T13:10:20.563" v="1058" actId="6264"/>
          <ac:spMkLst>
            <pc:docMk/>
            <pc:sldMk cId="1441543623" sldId="287"/>
            <ac:spMk id="7" creationId="{64CC27E0-6E97-4E1F-A964-D953738193B1}"/>
          </ac:spMkLst>
        </pc:spChg>
        <pc:spChg chg="mod ord">
          <ac:chgData name="Sebastian Broers" userId="c3680e268fc62312" providerId="LiveId" clId="{2D723CA1-313E-4D85-8F16-A8420D4B01C6}" dt="2021-05-17T13:10:20.563" v="1058" actId="6264"/>
          <ac:spMkLst>
            <pc:docMk/>
            <pc:sldMk cId="1441543623" sldId="287"/>
            <ac:spMk id="8" creationId="{40EABAF9-AFBD-45F0-A303-28005BECD7D3}"/>
          </ac:spMkLst>
        </pc:spChg>
        <pc:spChg chg="add del mod">
          <ac:chgData name="Sebastian Broers" userId="c3680e268fc62312" providerId="LiveId" clId="{2D723CA1-313E-4D85-8F16-A8420D4B01C6}" dt="2021-05-17T13:10:20.563" v="1058" actId="6264"/>
          <ac:spMkLst>
            <pc:docMk/>
            <pc:sldMk cId="1441543623" sldId="287"/>
            <ac:spMk id="9" creationId="{39BCF7B2-7908-4DD8-A884-B06B7FF359CE}"/>
          </ac:spMkLst>
        </pc:spChg>
        <pc:spChg chg="add del mod">
          <ac:chgData name="Sebastian Broers" userId="c3680e268fc62312" providerId="LiveId" clId="{2D723CA1-313E-4D85-8F16-A8420D4B01C6}" dt="2021-05-17T13:10:20.563" v="1058" actId="6264"/>
          <ac:spMkLst>
            <pc:docMk/>
            <pc:sldMk cId="1441543623" sldId="287"/>
            <ac:spMk id="10" creationId="{ADE5EB60-E54A-4661-98E9-B062C86FEE7B}"/>
          </ac:spMkLst>
        </pc:spChg>
        <pc:spChg chg="mod ord">
          <ac:chgData name="Sebastian Broers" userId="c3680e268fc62312" providerId="LiveId" clId="{2D723CA1-313E-4D85-8F16-A8420D4B01C6}" dt="2021-05-17T13:10:20.563" v="1058" actId="6264"/>
          <ac:spMkLst>
            <pc:docMk/>
            <pc:sldMk cId="1441543623" sldId="287"/>
            <ac:spMk id="11" creationId="{00000000-0000-0000-0000-000000000000}"/>
          </ac:spMkLst>
        </pc:spChg>
        <pc:spChg chg="add del mod ord">
          <ac:chgData name="Sebastian Broers" userId="c3680e268fc62312" providerId="LiveId" clId="{2D723CA1-313E-4D85-8F16-A8420D4B01C6}" dt="2021-05-17T13:10:23.865" v="1059" actId="478"/>
          <ac:spMkLst>
            <pc:docMk/>
            <pc:sldMk cId="1441543623" sldId="287"/>
            <ac:spMk id="12" creationId="{AC491784-B68D-4899-A685-B88E85FFA702}"/>
          </ac:spMkLst>
        </pc:spChg>
        <pc:spChg chg="mod ord">
          <ac:chgData name="Sebastian Broers" userId="c3680e268fc62312" providerId="LiveId" clId="{2D723CA1-313E-4D85-8F16-A8420D4B01C6}" dt="2021-05-17T13:14:27.435" v="1136" actId="20577"/>
          <ac:spMkLst>
            <pc:docMk/>
            <pc:sldMk cId="1441543623" sldId="287"/>
            <ac:spMk id="13" creationId="{00000000-0000-0000-0000-000000000000}"/>
          </ac:spMkLst>
        </pc:spChg>
        <pc:spChg chg="del mod">
          <ac:chgData name="Sebastian Broers" userId="c3680e268fc62312" providerId="LiveId" clId="{2D723CA1-313E-4D85-8F16-A8420D4B01C6}" dt="2021-05-17T13:10:17.730" v="1057" actId="478"/>
          <ac:spMkLst>
            <pc:docMk/>
            <pc:sldMk cId="1441543623" sldId="287"/>
            <ac:spMk id="17" creationId="{B8C2389A-5B4A-44B9-B6B4-ABA4E67FD64C}"/>
          </ac:spMkLst>
        </pc:spChg>
        <pc:picChg chg="del">
          <ac:chgData name="Sebastian Broers" userId="c3680e268fc62312" providerId="LiveId" clId="{2D723CA1-313E-4D85-8F16-A8420D4B01C6}" dt="2021-05-17T13:10:16.605" v="1055" actId="478"/>
          <ac:picMkLst>
            <pc:docMk/>
            <pc:sldMk cId="1441543623" sldId="287"/>
            <ac:picMk id="6" creationId="{ECAB693A-C102-445F-BAF4-A199416F7B36}"/>
          </ac:picMkLst>
        </pc:picChg>
      </pc:sldChg>
      <pc:sldChg chg="del">
        <pc:chgData name="Sebastian Broers" userId="c3680e268fc62312" providerId="LiveId" clId="{2D723CA1-313E-4D85-8F16-A8420D4B01C6}" dt="2021-05-17T11:47:03.956" v="11" actId="47"/>
        <pc:sldMkLst>
          <pc:docMk/>
          <pc:sldMk cId="3173125363" sldId="287"/>
        </pc:sldMkLst>
      </pc:sldChg>
      <pc:sldChg chg="modSp add mod">
        <pc:chgData name="Sebastian Broers" userId="c3680e268fc62312" providerId="LiveId" clId="{2D723CA1-313E-4D85-8F16-A8420D4B01C6}" dt="2021-05-17T13:12:27.258" v="1119" actId="20577"/>
        <pc:sldMkLst>
          <pc:docMk/>
          <pc:sldMk cId="2232041615" sldId="288"/>
        </pc:sldMkLst>
        <pc:spChg chg="mod">
          <ac:chgData name="Sebastian Broers" userId="c3680e268fc62312" providerId="LiveId" clId="{2D723CA1-313E-4D85-8F16-A8420D4B01C6}" dt="2021-05-17T13:12:27.258" v="1119" actId="20577"/>
          <ac:spMkLst>
            <pc:docMk/>
            <pc:sldMk cId="2232041615" sldId="288"/>
            <ac:spMk id="13" creationId="{00000000-0000-0000-0000-000000000000}"/>
          </ac:spMkLst>
        </pc:spChg>
      </pc:sldChg>
      <pc:sldChg chg="del">
        <pc:chgData name="Sebastian Broers" userId="c3680e268fc62312" providerId="LiveId" clId="{2D723CA1-313E-4D85-8F16-A8420D4B01C6}" dt="2021-05-17T11:47:04.380" v="12" actId="47"/>
        <pc:sldMkLst>
          <pc:docMk/>
          <pc:sldMk cId="3871280409" sldId="288"/>
        </pc:sldMkLst>
      </pc:sldChg>
      <pc:sldChg chg="del">
        <pc:chgData name="Sebastian Broers" userId="c3680e268fc62312" providerId="LiveId" clId="{2D723CA1-313E-4D85-8F16-A8420D4B01C6}" dt="2021-05-17T11:47:04.771" v="13" actId="47"/>
        <pc:sldMkLst>
          <pc:docMk/>
          <pc:sldMk cId="2465254520" sldId="289"/>
        </pc:sldMkLst>
      </pc:sldChg>
      <pc:sldChg chg="modSp add mod">
        <pc:chgData name="Sebastian Broers" userId="c3680e268fc62312" providerId="LiveId" clId="{2D723CA1-313E-4D85-8F16-A8420D4B01C6}" dt="2021-05-17T13:13:46.035" v="1134" actId="113"/>
        <pc:sldMkLst>
          <pc:docMk/>
          <pc:sldMk cId="2599663337" sldId="289"/>
        </pc:sldMkLst>
        <pc:spChg chg="mod">
          <ac:chgData name="Sebastian Broers" userId="c3680e268fc62312" providerId="LiveId" clId="{2D723CA1-313E-4D85-8F16-A8420D4B01C6}" dt="2021-05-17T13:13:18.163" v="1128" actId="20577"/>
          <ac:spMkLst>
            <pc:docMk/>
            <pc:sldMk cId="2599663337" sldId="289"/>
            <ac:spMk id="11" creationId="{00000000-0000-0000-0000-000000000000}"/>
          </ac:spMkLst>
        </pc:spChg>
        <pc:spChg chg="mod">
          <ac:chgData name="Sebastian Broers" userId="c3680e268fc62312" providerId="LiveId" clId="{2D723CA1-313E-4D85-8F16-A8420D4B01C6}" dt="2021-05-17T13:13:46.035" v="1134" actId="113"/>
          <ac:spMkLst>
            <pc:docMk/>
            <pc:sldMk cId="2599663337" sldId="289"/>
            <ac:spMk id="13" creationId="{00000000-0000-0000-0000-000000000000}"/>
          </ac:spMkLst>
        </pc:spChg>
      </pc:sldChg>
      <pc:sldChg chg="del">
        <pc:chgData name="Sebastian Broers" userId="c3680e268fc62312" providerId="LiveId" clId="{2D723CA1-313E-4D85-8F16-A8420D4B01C6}" dt="2021-05-17T11:47:05.145" v="14" actId="47"/>
        <pc:sldMkLst>
          <pc:docMk/>
          <pc:sldMk cId="814792160" sldId="290"/>
        </pc:sldMkLst>
      </pc:sldChg>
      <pc:sldChg chg="addSp delSp modSp add mod chgLayout">
        <pc:chgData name="Sebastian Broers" userId="c3680e268fc62312" providerId="LiveId" clId="{2D723CA1-313E-4D85-8F16-A8420D4B01C6}" dt="2021-05-17T13:15:13.779" v="1140"/>
        <pc:sldMkLst>
          <pc:docMk/>
          <pc:sldMk cId="3678310808" sldId="290"/>
        </pc:sldMkLst>
        <pc:spChg chg="add del mod">
          <ac:chgData name="Sebastian Broers" userId="c3680e268fc62312" providerId="LiveId" clId="{2D723CA1-313E-4D85-8F16-A8420D4B01C6}" dt="2021-05-17T13:15:01.386" v="1138" actId="6264"/>
          <ac:spMkLst>
            <pc:docMk/>
            <pc:sldMk cId="3678310808" sldId="290"/>
            <ac:spMk id="2" creationId="{3E7DCCEF-AF76-46E7-9229-98F53B9F343C}"/>
          </ac:spMkLst>
        </pc:spChg>
        <pc:spChg chg="mod ord">
          <ac:chgData name="Sebastian Broers" userId="c3680e268fc62312" providerId="LiveId" clId="{2D723CA1-313E-4D85-8F16-A8420D4B01C6}" dt="2021-05-17T13:15:01.386" v="1138" actId="6264"/>
          <ac:spMkLst>
            <pc:docMk/>
            <pc:sldMk cId="3678310808" sldId="290"/>
            <ac:spMk id="3" creationId="{00000000-0000-0000-0000-000000000000}"/>
          </ac:spMkLst>
        </pc:spChg>
        <pc:spChg chg="add del mod">
          <ac:chgData name="Sebastian Broers" userId="c3680e268fc62312" providerId="LiveId" clId="{2D723CA1-313E-4D85-8F16-A8420D4B01C6}" dt="2021-05-17T13:15:01.386" v="1138" actId="6264"/>
          <ac:spMkLst>
            <pc:docMk/>
            <pc:sldMk cId="3678310808" sldId="290"/>
            <ac:spMk id="4" creationId="{BC9F3129-39A9-473C-AE9A-2F7D4EA112EE}"/>
          </ac:spMkLst>
        </pc:spChg>
        <pc:spChg chg="mod ord">
          <ac:chgData name="Sebastian Broers" userId="c3680e268fc62312" providerId="LiveId" clId="{2D723CA1-313E-4D85-8F16-A8420D4B01C6}" dt="2021-05-17T13:15:01.386" v="1138" actId="6264"/>
          <ac:spMkLst>
            <pc:docMk/>
            <pc:sldMk cId="3678310808" sldId="290"/>
            <ac:spMk id="5" creationId="{00000000-0000-0000-0000-000000000000}"/>
          </ac:spMkLst>
        </pc:spChg>
        <pc:spChg chg="add del mod">
          <ac:chgData name="Sebastian Broers" userId="c3680e268fc62312" providerId="LiveId" clId="{2D723CA1-313E-4D85-8F16-A8420D4B01C6}" dt="2021-05-17T13:15:01.386" v="1138" actId="6264"/>
          <ac:spMkLst>
            <pc:docMk/>
            <pc:sldMk cId="3678310808" sldId="290"/>
            <ac:spMk id="6" creationId="{933ABBD1-4D5D-4B4A-AFAA-4E75DC40E329}"/>
          </ac:spMkLst>
        </pc:spChg>
        <pc:spChg chg="add del mod">
          <ac:chgData name="Sebastian Broers" userId="c3680e268fc62312" providerId="LiveId" clId="{2D723CA1-313E-4D85-8F16-A8420D4B01C6}" dt="2021-05-17T13:15:01.386" v="1138" actId="6264"/>
          <ac:spMkLst>
            <pc:docMk/>
            <pc:sldMk cId="3678310808" sldId="290"/>
            <ac:spMk id="7" creationId="{B399FE29-8EDD-42E3-8596-52F03475D4F9}"/>
          </ac:spMkLst>
        </pc:spChg>
        <pc:spChg chg="mod ord">
          <ac:chgData name="Sebastian Broers" userId="c3680e268fc62312" providerId="LiveId" clId="{2D723CA1-313E-4D85-8F16-A8420D4B01C6}" dt="2021-05-17T13:15:01.386" v="1138" actId="6264"/>
          <ac:spMkLst>
            <pc:docMk/>
            <pc:sldMk cId="3678310808" sldId="290"/>
            <ac:spMk id="8" creationId="{40EABAF9-AFBD-45F0-A303-28005BECD7D3}"/>
          </ac:spMkLst>
        </pc:spChg>
        <pc:spChg chg="add del mod">
          <ac:chgData name="Sebastian Broers" userId="c3680e268fc62312" providerId="LiveId" clId="{2D723CA1-313E-4D85-8F16-A8420D4B01C6}" dt="2021-05-17T13:15:01.386" v="1138" actId="6264"/>
          <ac:spMkLst>
            <pc:docMk/>
            <pc:sldMk cId="3678310808" sldId="290"/>
            <ac:spMk id="9" creationId="{2A550F62-2862-43A3-9EBA-EABE0AA83533}"/>
          </ac:spMkLst>
        </pc:spChg>
        <pc:spChg chg="add mod ord">
          <ac:chgData name="Sebastian Broers" userId="c3680e268fc62312" providerId="LiveId" clId="{2D723CA1-313E-4D85-8F16-A8420D4B01C6}" dt="2021-05-17T13:15:03.584" v="1139"/>
          <ac:spMkLst>
            <pc:docMk/>
            <pc:sldMk cId="3678310808" sldId="290"/>
            <ac:spMk id="10" creationId="{4AD6CF00-AE26-49C8-9C5D-30313D8B832D}"/>
          </ac:spMkLst>
        </pc:spChg>
        <pc:spChg chg="mod ord">
          <ac:chgData name="Sebastian Broers" userId="c3680e268fc62312" providerId="LiveId" clId="{2D723CA1-313E-4D85-8F16-A8420D4B01C6}" dt="2021-05-17T13:15:01.386" v="1138" actId="6264"/>
          <ac:spMkLst>
            <pc:docMk/>
            <pc:sldMk cId="3678310808" sldId="290"/>
            <ac:spMk id="11" creationId="{00000000-0000-0000-0000-000000000000}"/>
          </ac:spMkLst>
        </pc:spChg>
        <pc:spChg chg="mod ord">
          <ac:chgData name="Sebastian Broers" userId="c3680e268fc62312" providerId="LiveId" clId="{2D723CA1-313E-4D85-8F16-A8420D4B01C6}" dt="2021-05-17T13:15:13.779" v="1140"/>
          <ac:spMkLst>
            <pc:docMk/>
            <pc:sldMk cId="3678310808" sldId="290"/>
            <ac:spMk id="13" creationId="{00000000-0000-0000-0000-000000000000}"/>
          </ac:spMkLst>
        </pc:spChg>
      </pc:sldChg>
      <pc:sldChg chg="addSp delSp modSp add mod">
        <pc:chgData name="Sebastian Broers" userId="c3680e268fc62312" providerId="LiveId" clId="{2D723CA1-313E-4D85-8F16-A8420D4B01C6}" dt="2021-05-17T13:16:31.083" v="1146"/>
        <pc:sldMkLst>
          <pc:docMk/>
          <pc:sldMk cId="591372123" sldId="291"/>
        </pc:sldMkLst>
        <pc:spChg chg="add del mod">
          <ac:chgData name="Sebastian Broers" userId="c3680e268fc62312" providerId="LiveId" clId="{2D723CA1-313E-4D85-8F16-A8420D4B01C6}" dt="2021-05-17T13:16:29.122" v="1145" actId="478"/>
          <ac:spMkLst>
            <pc:docMk/>
            <pc:sldMk cId="591372123" sldId="291"/>
            <ac:spMk id="4" creationId="{9F3284EF-781F-42F8-ABF0-2348A033F4DC}"/>
          </ac:spMkLst>
        </pc:spChg>
        <pc:spChg chg="add del mod">
          <ac:chgData name="Sebastian Broers" userId="c3680e268fc62312" providerId="LiveId" clId="{2D723CA1-313E-4D85-8F16-A8420D4B01C6}" dt="2021-05-17T13:16:27.136" v="1144" actId="478"/>
          <ac:spMkLst>
            <pc:docMk/>
            <pc:sldMk cId="591372123" sldId="291"/>
            <ac:spMk id="7" creationId="{09B46675-A6FD-4A3E-928E-9DA5D46AEFEC}"/>
          </ac:spMkLst>
        </pc:spChg>
        <pc:spChg chg="add del">
          <ac:chgData name="Sebastian Broers" userId="c3680e268fc62312" providerId="LiveId" clId="{2D723CA1-313E-4D85-8F16-A8420D4B01C6}" dt="2021-05-17T13:16:27.136" v="1144" actId="478"/>
          <ac:spMkLst>
            <pc:docMk/>
            <pc:sldMk cId="591372123" sldId="291"/>
            <ac:spMk id="10" creationId="{4AD6CF00-AE26-49C8-9C5D-30313D8B832D}"/>
          </ac:spMkLst>
        </pc:spChg>
        <pc:spChg chg="del">
          <ac:chgData name="Sebastian Broers" userId="c3680e268fc62312" providerId="LiveId" clId="{2D723CA1-313E-4D85-8F16-A8420D4B01C6}" dt="2021-05-17T13:16:23.953" v="1142" actId="478"/>
          <ac:spMkLst>
            <pc:docMk/>
            <pc:sldMk cId="591372123" sldId="291"/>
            <ac:spMk id="13" creationId="{00000000-0000-0000-0000-000000000000}"/>
          </ac:spMkLst>
        </pc:spChg>
        <pc:spChg chg="mod">
          <ac:chgData name="Sebastian Broers" userId="c3680e268fc62312" providerId="LiveId" clId="{2D723CA1-313E-4D85-8F16-A8420D4B01C6}" dt="2021-05-17T13:16:31.083" v="1146"/>
          <ac:spMkLst>
            <pc:docMk/>
            <pc:sldMk cId="591372123" sldId="291"/>
            <ac:spMk id="16" creationId="{565673F2-7044-451D-84A3-BF900518556F}"/>
          </ac:spMkLst>
        </pc:spChg>
        <pc:grpChg chg="add mod">
          <ac:chgData name="Sebastian Broers" userId="c3680e268fc62312" providerId="LiveId" clId="{2D723CA1-313E-4D85-8F16-A8420D4B01C6}" dt="2021-05-17T13:16:31.083" v="1146"/>
          <ac:grpSpMkLst>
            <pc:docMk/>
            <pc:sldMk cId="591372123" sldId="291"/>
            <ac:grpSpMk id="12" creationId="{7C2E3FC8-F6A8-430F-98BF-907AA3C3E931}"/>
          </ac:grpSpMkLst>
        </pc:grpChg>
        <pc:picChg chg="mod">
          <ac:chgData name="Sebastian Broers" userId="c3680e268fc62312" providerId="LiveId" clId="{2D723CA1-313E-4D85-8F16-A8420D4B01C6}" dt="2021-05-17T13:16:31.083" v="1146"/>
          <ac:picMkLst>
            <pc:docMk/>
            <pc:sldMk cId="591372123" sldId="291"/>
            <ac:picMk id="14" creationId="{A2023E50-8172-4F3D-9204-9AEBAF49412C}"/>
          </ac:picMkLst>
        </pc:picChg>
        <pc:picChg chg="mod">
          <ac:chgData name="Sebastian Broers" userId="c3680e268fc62312" providerId="LiveId" clId="{2D723CA1-313E-4D85-8F16-A8420D4B01C6}" dt="2021-05-17T13:16:31.083" v="1146"/>
          <ac:picMkLst>
            <pc:docMk/>
            <pc:sldMk cId="591372123" sldId="291"/>
            <ac:picMk id="15" creationId="{DFCFF2E2-D4B6-4C5D-A583-7F681235AFED}"/>
          </ac:picMkLst>
        </pc:picChg>
      </pc:sldChg>
      <pc:sldChg chg="modSp add mod ord">
        <pc:chgData name="Sebastian Broers" userId="c3680e268fc62312" providerId="LiveId" clId="{2D723CA1-313E-4D85-8F16-A8420D4B01C6}" dt="2021-05-17T13:31:54.012" v="1167" actId="12"/>
        <pc:sldMkLst>
          <pc:docMk/>
          <pc:sldMk cId="1285588124" sldId="292"/>
        </pc:sldMkLst>
        <pc:spChg chg="mod">
          <ac:chgData name="Sebastian Broers" userId="c3680e268fc62312" providerId="LiveId" clId="{2D723CA1-313E-4D85-8F16-A8420D4B01C6}" dt="2021-05-17T13:31:54.012" v="1167" actId="12"/>
          <ac:spMkLst>
            <pc:docMk/>
            <pc:sldMk cId="1285588124" sldId="292"/>
            <ac:spMk id="13" creationId="{00000000-0000-0000-0000-000000000000}"/>
          </ac:spMkLst>
        </pc:spChg>
      </pc:sldChg>
      <pc:sldChg chg="del">
        <pc:chgData name="Sebastian Broers" userId="c3680e268fc62312" providerId="LiveId" clId="{2D723CA1-313E-4D85-8F16-A8420D4B01C6}" dt="2021-05-17T11:47:05.608" v="15" actId="47"/>
        <pc:sldMkLst>
          <pc:docMk/>
          <pc:sldMk cId="3333813042" sldId="292"/>
        </pc:sldMkLst>
      </pc:sldChg>
      <pc:sldChg chg="del">
        <pc:chgData name="Sebastian Broers" userId="c3680e268fc62312" providerId="LiveId" clId="{2D723CA1-313E-4D85-8F16-A8420D4B01C6}" dt="2021-05-17T11:47:07.380" v="18" actId="47"/>
        <pc:sldMkLst>
          <pc:docMk/>
          <pc:sldMk cId="650064233" sldId="293"/>
        </pc:sldMkLst>
      </pc:sldChg>
      <pc:sldChg chg="modSp add mod">
        <pc:chgData name="Sebastian Broers" userId="c3680e268fc62312" providerId="LiveId" clId="{2D723CA1-313E-4D85-8F16-A8420D4B01C6}" dt="2021-05-17T13:32:14.310" v="1170" actId="27636"/>
        <pc:sldMkLst>
          <pc:docMk/>
          <pc:sldMk cId="3608148179" sldId="293"/>
        </pc:sldMkLst>
        <pc:spChg chg="mod">
          <ac:chgData name="Sebastian Broers" userId="c3680e268fc62312" providerId="LiveId" clId="{2D723CA1-313E-4D85-8F16-A8420D4B01C6}" dt="2021-05-17T13:32:14.310" v="1170" actId="27636"/>
          <ac:spMkLst>
            <pc:docMk/>
            <pc:sldMk cId="3608148179" sldId="293"/>
            <ac:spMk id="13" creationId="{00000000-0000-0000-0000-000000000000}"/>
          </ac:spMkLst>
        </pc:spChg>
      </pc:sldChg>
      <pc:sldChg chg="modSp add mod ord">
        <pc:chgData name="Sebastian Broers" userId="c3680e268fc62312" providerId="LiveId" clId="{2D723CA1-313E-4D85-8F16-A8420D4B01C6}" dt="2021-05-17T13:32:42.408" v="1176" actId="27636"/>
        <pc:sldMkLst>
          <pc:docMk/>
          <pc:sldMk cId="1907983497" sldId="294"/>
        </pc:sldMkLst>
        <pc:spChg chg="mod">
          <ac:chgData name="Sebastian Broers" userId="c3680e268fc62312" providerId="LiveId" clId="{2D723CA1-313E-4D85-8F16-A8420D4B01C6}" dt="2021-05-17T13:32:31.481" v="1174"/>
          <ac:spMkLst>
            <pc:docMk/>
            <pc:sldMk cId="1907983497" sldId="294"/>
            <ac:spMk id="10" creationId="{4AD6CF00-AE26-49C8-9C5D-30313D8B832D}"/>
          </ac:spMkLst>
        </pc:spChg>
        <pc:spChg chg="mod">
          <ac:chgData name="Sebastian Broers" userId="c3680e268fc62312" providerId="LiveId" clId="{2D723CA1-313E-4D85-8F16-A8420D4B01C6}" dt="2021-05-17T13:32:42.408" v="1176" actId="27636"/>
          <ac:spMkLst>
            <pc:docMk/>
            <pc:sldMk cId="1907983497" sldId="294"/>
            <ac:spMk id="13" creationId="{00000000-0000-0000-0000-000000000000}"/>
          </ac:spMkLst>
        </pc:spChg>
      </pc:sldChg>
      <pc:sldChg chg="del">
        <pc:chgData name="Sebastian Broers" userId="c3680e268fc62312" providerId="LiveId" clId="{2D723CA1-313E-4D85-8F16-A8420D4B01C6}" dt="2021-05-17T11:47:07.863" v="19" actId="47"/>
        <pc:sldMkLst>
          <pc:docMk/>
          <pc:sldMk cId="456194061" sldId="295"/>
        </pc:sldMkLst>
      </pc:sldChg>
      <pc:sldChg chg="addSp delSp modSp add mod">
        <pc:chgData name="Sebastian Broers" userId="c3680e268fc62312" providerId="LiveId" clId="{2D723CA1-313E-4D85-8F16-A8420D4B01C6}" dt="2021-05-17T13:32:56.722" v="1180"/>
        <pc:sldMkLst>
          <pc:docMk/>
          <pc:sldMk cId="1088356059" sldId="295"/>
        </pc:sldMkLst>
        <pc:spChg chg="add del mod">
          <ac:chgData name="Sebastian Broers" userId="c3680e268fc62312" providerId="LiveId" clId="{2D723CA1-313E-4D85-8F16-A8420D4B01C6}" dt="2021-05-17T13:32:54.934" v="1179" actId="478"/>
          <ac:spMkLst>
            <pc:docMk/>
            <pc:sldMk cId="1088356059" sldId="295"/>
            <ac:spMk id="4" creationId="{7AF392B1-46CE-46F9-88B4-7FF681EE6F97}"/>
          </ac:spMkLst>
        </pc:spChg>
        <pc:spChg chg="del">
          <ac:chgData name="Sebastian Broers" userId="c3680e268fc62312" providerId="LiveId" clId="{2D723CA1-313E-4D85-8F16-A8420D4B01C6}" dt="2021-05-17T13:32:54.326" v="1178" actId="478"/>
          <ac:spMkLst>
            <pc:docMk/>
            <pc:sldMk cId="1088356059" sldId="295"/>
            <ac:spMk id="13" creationId="{00000000-0000-0000-0000-000000000000}"/>
          </ac:spMkLst>
        </pc:spChg>
        <pc:spChg chg="mod">
          <ac:chgData name="Sebastian Broers" userId="c3680e268fc62312" providerId="LiveId" clId="{2D723CA1-313E-4D85-8F16-A8420D4B01C6}" dt="2021-05-17T13:32:56.722" v="1180"/>
          <ac:spMkLst>
            <pc:docMk/>
            <pc:sldMk cId="1088356059" sldId="295"/>
            <ac:spMk id="15" creationId="{5576A00A-BDCB-444B-962C-14788B23CF71}"/>
          </ac:spMkLst>
        </pc:spChg>
        <pc:grpChg chg="add mod">
          <ac:chgData name="Sebastian Broers" userId="c3680e268fc62312" providerId="LiveId" clId="{2D723CA1-313E-4D85-8F16-A8420D4B01C6}" dt="2021-05-17T13:32:56.722" v="1180"/>
          <ac:grpSpMkLst>
            <pc:docMk/>
            <pc:sldMk cId="1088356059" sldId="295"/>
            <ac:grpSpMk id="12" creationId="{DE0DF69F-7689-4EAF-B92F-B3E29D72E324}"/>
          </ac:grpSpMkLst>
        </pc:grpChg>
        <pc:picChg chg="mod">
          <ac:chgData name="Sebastian Broers" userId="c3680e268fc62312" providerId="LiveId" clId="{2D723CA1-313E-4D85-8F16-A8420D4B01C6}" dt="2021-05-17T13:32:56.722" v="1180"/>
          <ac:picMkLst>
            <pc:docMk/>
            <pc:sldMk cId="1088356059" sldId="295"/>
            <ac:picMk id="14" creationId="{92C8EA00-040C-4B79-8D7D-EF4F42665600}"/>
          </ac:picMkLst>
        </pc:picChg>
      </pc:sldChg>
      <pc:sldChg chg="modSp add mod ord">
        <pc:chgData name="Sebastian Broers" userId="c3680e268fc62312" providerId="LiveId" clId="{2D723CA1-313E-4D85-8F16-A8420D4B01C6}" dt="2021-05-17T13:33:20.504" v="1197" actId="12"/>
        <pc:sldMkLst>
          <pc:docMk/>
          <pc:sldMk cId="1852897318" sldId="296"/>
        </pc:sldMkLst>
        <pc:spChg chg="mod">
          <ac:chgData name="Sebastian Broers" userId="c3680e268fc62312" providerId="LiveId" clId="{2D723CA1-313E-4D85-8F16-A8420D4B01C6}" dt="2021-05-17T13:33:20.504" v="1197" actId="12"/>
          <ac:spMkLst>
            <pc:docMk/>
            <pc:sldMk cId="1852897318" sldId="296"/>
            <ac:spMk id="13" creationId="{00000000-0000-0000-0000-000000000000}"/>
          </ac:spMkLst>
        </pc:spChg>
      </pc:sldChg>
      <pc:sldChg chg="del">
        <pc:chgData name="Sebastian Broers" userId="c3680e268fc62312" providerId="LiveId" clId="{2D723CA1-313E-4D85-8F16-A8420D4B01C6}" dt="2021-05-17T11:47:09.948" v="22" actId="47"/>
        <pc:sldMkLst>
          <pc:docMk/>
          <pc:sldMk cId="2241801182" sldId="296"/>
        </pc:sldMkLst>
      </pc:sldChg>
      <pc:sldChg chg="modSp add mod">
        <pc:chgData name="Sebastian Broers" userId="c3680e268fc62312" providerId="LiveId" clId="{2D723CA1-313E-4D85-8F16-A8420D4B01C6}" dt="2021-05-17T13:33:37.610" v="1200" actId="27636"/>
        <pc:sldMkLst>
          <pc:docMk/>
          <pc:sldMk cId="2993006274" sldId="297"/>
        </pc:sldMkLst>
        <pc:spChg chg="mod">
          <ac:chgData name="Sebastian Broers" userId="c3680e268fc62312" providerId="LiveId" clId="{2D723CA1-313E-4D85-8F16-A8420D4B01C6}" dt="2021-05-17T13:33:37.610" v="1200" actId="27636"/>
          <ac:spMkLst>
            <pc:docMk/>
            <pc:sldMk cId="2993006274" sldId="297"/>
            <ac:spMk id="13" creationId="{00000000-0000-0000-0000-000000000000}"/>
          </ac:spMkLst>
        </pc:spChg>
      </pc:sldChg>
      <pc:sldChg chg="del">
        <pc:chgData name="Sebastian Broers" userId="c3680e268fc62312" providerId="LiveId" clId="{2D723CA1-313E-4D85-8F16-A8420D4B01C6}" dt="2021-05-17T11:47:06.352" v="16" actId="47"/>
        <pc:sldMkLst>
          <pc:docMk/>
          <pc:sldMk cId="3216601217" sldId="297"/>
        </pc:sldMkLst>
      </pc:sldChg>
      <pc:sldChg chg="del">
        <pc:chgData name="Sebastian Broers" userId="c3680e268fc62312" providerId="LiveId" clId="{2D723CA1-313E-4D85-8F16-A8420D4B01C6}" dt="2021-05-17T11:47:07.023" v="17" actId="47"/>
        <pc:sldMkLst>
          <pc:docMk/>
          <pc:sldMk cId="1461452513" sldId="298"/>
        </pc:sldMkLst>
      </pc:sldChg>
      <pc:sldChg chg="modSp add mod ord">
        <pc:chgData name="Sebastian Broers" userId="c3680e268fc62312" providerId="LiveId" clId="{2D723CA1-313E-4D85-8F16-A8420D4B01C6}" dt="2021-05-17T13:34:02.785" v="1206" actId="27636"/>
        <pc:sldMkLst>
          <pc:docMk/>
          <pc:sldMk cId="3857177864" sldId="298"/>
        </pc:sldMkLst>
        <pc:spChg chg="mod">
          <ac:chgData name="Sebastian Broers" userId="c3680e268fc62312" providerId="LiveId" clId="{2D723CA1-313E-4D85-8F16-A8420D4B01C6}" dt="2021-05-17T13:33:52.735" v="1204"/>
          <ac:spMkLst>
            <pc:docMk/>
            <pc:sldMk cId="3857177864" sldId="298"/>
            <ac:spMk id="10" creationId="{4AD6CF00-AE26-49C8-9C5D-30313D8B832D}"/>
          </ac:spMkLst>
        </pc:spChg>
        <pc:spChg chg="mod">
          <ac:chgData name="Sebastian Broers" userId="c3680e268fc62312" providerId="LiveId" clId="{2D723CA1-313E-4D85-8F16-A8420D4B01C6}" dt="2021-05-17T13:34:02.785" v="1206" actId="27636"/>
          <ac:spMkLst>
            <pc:docMk/>
            <pc:sldMk cId="3857177864" sldId="298"/>
            <ac:spMk id="13" creationId="{00000000-0000-0000-0000-000000000000}"/>
          </ac:spMkLst>
        </pc:spChg>
      </pc:sldChg>
      <pc:sldChg chg="addSp delSp modSp add mod">
        <pc:chgData name="Sebastian Broers" userId="c3680e268fc62312" providerId="LiveId" clId="{2D723CA1-313E-4D85-8F16-A8420D4B01C6}" dt="2021-05-17T13:34:26.823" v="1210"/>
        <pc:sldMkLst>
          <pc:docMk/>
          <pc:sldMk cId="434725943" sldId="299"/>
        </pc:sldMkLst>
        <pc:spChg chg="add del mod">
          <ac:chgData name="Sebastian Broers" userId="c3680e268fc62312" providerId="LiveId" clId="{2D723CA1-313E-4D85-8F16-A8420D4B01C6}" dt="2021-05-17T13:34:24.970" v="1209" actId="478"/>
          <ac:spMkLst>
            <pc:docMk/>
            <pc:sldMk cId="434725943" sldId="299"/>
            <ac:spMk id="4" creationId="{B5ECF685-08BF-4C64-8094-D4C8DC6BBFBE}"/>
          </ac:spMkLst>
        </pc:spChg>
        <pc:spChg chg="del">
          <ac:chgData name="Sebastian Broers" userId="c3680e268fc62312" providerId="LiveId" clId="{2D723CA1-313E-4D85-8F16-A8420D4B01C6}" dt="2021-05-17T13:34:22.944" v="1208" actId="478"/>
          <ac:spMkLst>
            <pc:docMk/>
            <pc:sldMk cId="434725943" sldId="299"/>
            <ac:spMk id="13" creationId="{00000000-0000-0000-0000-000000000000}"/>
          </ac:spMkLst>
        </pc:spChg>
        <pc:spChg chg="mod">
          <ac:chgData name="Sebastian Broers" userId="c3680e268fc62312" providerId="LiveId" clId="{2D723CA1-313E-4D85-8F16-A8420D4B01C6}" dt="2021-05-17T13:34:26.823" v="1210"/>
          <ac:spMkLst>
            <pc:docMk/>
            <pc:sldMk cId="434725943" sldId="299"/>
            <ac:spMk id="15" creationId="{AB2E6F1D-4B5D-4C81-B41B-7466554708FB}"/>
          </ac:spMkLst>
        </pc:spChg>
        <pc:grpChg chg="add mod">
          <ac:chgData name="Sebastian Broers" userId="c3680e268fc62312" providerId="LiveId" clId="{2D723CA1-313E-4D85-8F16-A8420D4B01C6}" dt="2021-05-17T13:34:26.823" v="1210"/>
          <ac:grpSpMkLst>
            <pc:docMk/>
            <pc:sldMk cId="434725943" sldId="299"/>
            <ac:grpSpMk id="12" creationId="{B793CFB7-6F32-452A-BA0E-F913653592FB}"/>
          </ac:grpSpMkLst>
        </pc:grpChg>
        <pc:picChg chg="mod">
          <ac:chgData name="Sebastian Broers" userId="c3680e268fc62312" providerId="LiveId" clId="{2D723CA1-313E-4D85-8F16-A8420D4B01C6}" dt="2021-05-17T13:34:26.823" v="1210"/>
          <ac:picMkLst>
            <pc:docMk/>
            <pc:sldMk cId="434725943" sldId="299"/>
            <ac:picMk id="14" creationId="{F96E49A1-9583-4025-B4AD-D18606567615}"/>
          </ac:picMkLst>
        </pc:picChg>
      </pc:sldChg>
      <pc:sldChg chg="del">
        <pc:chgData name="Sebastian Broers" userId="c3680e268fc62312" providerId="LiveId" clId="{2D723CA1-313E-4D85-8F16-A8420D4B01C6}" dt="2021-05-17T11:47:08.643" v="21" actId="47"/>
        <pc:sldMkLst>
          <pc:docMk/>
          <pc:sldMk cId="580883282" sldId="299"/>
        </pc:sldMkLst>
      </pc:sldChg>
      <pc:sldChg chg="modSp add mod ord">
        <pc:chgData name="Sebastian Broers" userId="c3680e268fc62312" providerId="LiveId" clId="{2D723CA1-313E-4D85-8F16-A8420D4B01C6}" dt="2021-05-17T13:35:11.079" v="1253" actId="12"/>
        <pc:sldMkLst>
          <pc:docMk/>
          <pc:sldMk cId="185687917" sldId="300"/>
        </pc:sldMkLst>
        <pc:spChg chg="mod">
          <ac:chgData name="Sebastian Broers" userId="c3680e268fc62312" providerId="LiveId" clId="{2D723CA1-313E-4D85-8F16-A8420D4B01C6}" dt="2021-05-17T13:35:11.079" v="1253" actId="12"/>
          <ac:spMkLst>
            <pc:docMk/>
            <pc:sldMk cId="185687917" sldId="300"/>
            <ac:spMk id="13" creationId="{00000000-0000-0000-0000-000000000000}"/>
          </ac:spMkLst>
        </pc:spChg>
      </pc:sldChg>
      <pc:sldChg chg="del">
        <pc:chgData name="Sebastian Broers" userId="c3680e268fc62312" providerId="LiveId" clId="{2D723CA1-313E-4D85-8F16-A8420D4B01C6}" dt="2021-05-17T11:47:08.226" v="20" actId="47"/>
        <pc:sldMkLst>
          <pc:docMk/>
          <pc:sldMk cId="3966042960" sldId="300"/>
        </pc:sldMkLst>
      </pc:sldChg>
      <pc:sldChg chg="modSp add mod">
        <pc:chgData name="Sebastian Broers" userId="c3680e268fc62312" providerId="LiveId" clId="{2D723CA1-313E-4D85-8F16-A8420D4B01C6}" dt="2021-05-17T13:35:25.848" v="1256" actId="27636"/>
        <pc:sldMkLst>
          <pc:docMk/>
          <pc:sldMk cId="1485701521" sldId="301"/>
        </pc:sldMkLst>
        <pc:spChg chg="mod">
          <ac:chgData name="Sebastian Broers" userId="c3680e268fc62312" providerId="LiveId" clId="{2D723CA1-313E-4D85-8F16-A8420D4B01C6}" dt="2021-05-17T13:35:25.848" v="1256" actId="27636"/>
          <ac:spMkLst>
            <pc:docMk/>
            <pc:sldMk cId="1485701521" sldId="301"/>
            <ac:spMk id="13" creationId="{00000000-0000-0000-0000-000000000000}"/>
          </ac:spMkLst>
        </pc:spChg>
      </pc:sldChg>
      <pc:sldChg chg="addSp delSp modSp add mod">
        <pc:chgData name="Sebastian Broers" userId="c3680e268fc62312" providerId="LiveId" clId="{2D723CA1-313E-4D85-8F16-A8420D4B01C6}" dt="2021-05-17T13:36:31.667" v="1262" actId="20577"/>
        <pc:sldMkLst>
          <pc:docMk/>
          <pc:sldMk cId="456108156" sldId="302"/>
        </pc:sldMkLst>
        <pc:spChg chg="add mod">
          <ac:chgData name="Sebastian Broers" userId="c3680e268fc62312" providerId="LiveId" clId="{2D723CA1-313E-4D85-8F16-A8420D4B01C6}" dt="2021-05-17T13:36:26.374" v="1261" actId="20577"/>
          <ac:spMkLst>
            <pc:docMk/>
            <pc:sldMk cId="456108156" sldId="302"/>
            <ac:spMk id="4" creationId="{A045B11A-E691-4EE6-9D3E-01755183CD45}"/>
          </ac:spMkLst>
        </pc:spChg>
        <pc:spChg chg="del">
          <ac:chgData name="Sebastian Broers" userId="c3680e268fc62312" providerId="LiveId" clId="{2D723CA1-313E-4D85-8F16-A8420D4B01C6}" dt="2021-05-17T13:36:14.229" v="1258" actId="478"/>
          <ac:spMkLst>
            <pc:docMk/>
            <pc:sldMk cId="456108156" sldId="302"/>
            <ac:spMk id="10" creationId="{4AD6CF00-AE26-49C8-9C5D-30313D8B832D}"/>
          </ac:spMkLst>
        </pc:spChg>
        <pc:spChg chg="mod">
          <ac:chgData name="Sebastian Broers" userId="c3680e268fc62312" providerId="LiveId" clId="{2D723CA1-313E-4D85-8F16-A8420D4B01C6}" dt="2021-05-17T13:36:31.667" v="1262" actId="20577"/>
          <ac:spMkLst>
            <pc:docMk/>
            <pc:sldMk cId="456108156" sldId="302"/>
            <ac:spMk id="13" creationId="{00000000-0000-0000-0000-000000000000}"/>
          </ac:spMkLst>
        </pc:spChg>
      </pc:sldChg>
      <pc:sldChg chg="addSp delSp modSp add mod">
        <pc:chgData name="Sebastian Broers" userId="c3680e268fc62312" providerId="LiveId" clId="{2D723CA1-313E-4D85-8F16-A8420D4B01C6}" dt="2021-05-17T13:36:49.833" v="1268"/>
        <pc:sldMkLst>
          <pc:docMk/>
          <pc:sldMk cId="3862685750" sldId="303"/>
        </pc:sldMkLst>
        <pc:spChg chg="add del mod">
          <ac:chgData name="Sebastian Broers" userId="c3680e268fc62312" providerId="LiveId" clId="{2D723CA1-313E-4D85-8F16-A8420D4B01C6}" dt="2021-05-17T13:36:46.176" v="1265" actId="478"/>
          <ac:spMkLst>
            <pc:docMk/>
            <pc:sldMk cId="3862685750" sldId="303"/>
            <ac:spMk id="6" creationId="{AB8606B1-0088-4F3E-983B-EFC8C26E3D4F}"/>
          </ac:spMkLst>
        </pc:spChg>
        <pc:spChg chg="del">
          <ac:chgData name="Sebastian Broers" userId="c3680e268fc62312" providerId="LiveId" clId="{2D723CA1-313E-4D85-8F16-A8420D4B01C6}" dt="2021-05-17T13:36:43.163" v="1264" actId="478"/>
          <ac:spMkLst>
            <pc:docMk/>
            <pc:sldMk cId="3862685750" sldId="303"/>
            <ac:spMk id="13" creationId="{00000000-0000-0000-0000-000000000000}"/>
          </ac:spMkLst>
        </pc:spChg>
        <pc:graphicFrameChg chg="add del mod">
          <ac:chgData name="Sebastian Broers" userId="c3680e268fc62312" providerId="LiveId" clId="{2D723CA1-313E-4D85-8F16-A8420D4B01C6}" dt="2021-05-17T13:36:48.858" v="1267"/>
          <ac:graphicFrameMkLst>
            <pc:docMk/>
            <pc:sldMk cId="3862685750" sldId="303"/>
            <ac:graphicFrameMk id="10" creationId="{CE6782A8-853C-4133-8EBF-6ECDBF8222FB}"/>
          </ac:graphicFrameMkLst>
        </pc:graphicFrameChg>
        <pc:graphicFrameChg chg="add mod">
          <ac:chgData name="Sebastian Broers" userId="c3680e268fc62312" providerId="LiveId" clId="{2D723CA1-313E-4D85-8F16-A8420D4B01C6}" dt="2021-05-17T13:36:49.833" v="1268"/>
          <ac:graphicFrameMkLst>
            <pc:docMk/>
            <pc:sldMk cId="3862685750" sldId="303"/>
            <ac:graphicFrameMk id="12" creationId="{D08F3299-29FA-4BD8-A397-2D40141E27DF}"/>
          </ac:graphicFrameMkLst>
        </pc:graphicFrameChg>
      </pc:sldChg>
      <pc:sldChg chg="modSp add mod ord">
        <pc:chgData name="Sebastian Broers" userId="c3680e268fc62312" providerId="LiveId" clId="{2D723CA1-313E-4D85-8F16-A8420D4B01C6}" dt="2021-05-17T13:37:33.788" v="1293"/>
        <pc:sldMkLst>
          <pc:docMk/>
          <pc:sldMk cId="665081603" sldId="304"/>
        </pc:sldMkLst>
        <pc:spChg chg="mod">
          <ac:chgData name="Sebastian Broers" userId="c3680e268fc62312" providerId="LiveId" clId="{2D723CA1-313E-4D85-8F16-A8420D4B01C6}" dt="2021-05-17T13:37:26.772" v="1291" actId="20577"/>
          <ac:spMkLst>
            <pc:docMk/>
            <pc:sldMk cId="665081603" sldId="304"/>
            <ac:spMk id="8" creationId="{00000000-0000-0000-0000-000000000000}"/>
          </ac:spMkLst>
        </pc:spChg>
      </pc:sldChg>
      <pc:sldChg chg="addSp delSp modSp add mod ord modNotesTx">
        <pc:chgData name="Sebastian Broers" userId="c3680e268fc62312" providerId="LiveId" clId="{2D723CA1-313E-4D85-8F16-A8420D4B01C6}" dt="2021-05-18T06:29:58.259" v="1482" actId="12"/>
        <pc:sldMkLst>
          <pc:docMk/>
          <pc:sldMk cId="1346402826" sldId="305"/>
        </pc:sldMkLst>
        <pc:spChg chg="del">
          <ac:chgData name="Sebastian Broers" userId="c3680e268fc62312" providerId="LiveId" clId="{2D723CA1-313E-4D85-8F16-A8420D4B01C6}" dt="2021-05-17T13:37:50.224" v="1310" actId="478"/>
          <ac:spMkLst>
            <pc:docMk/>
            <pc:sldMk cId="1346402826" sldId="305"/>
            <ac:spMk id="4" creationId="{A045B11A-E691-4EE6-9D3E-01755183CD45}"/>
          </ac:spMkLst>
        </pc:spChg>
        <pc:spChg chg="add del mod">
          <ac:chgData name="Sebastian Broers" userId="c3680e268fc62312" providerId="LiveId" clId="{2D723CA1-313E-4D85-8F16-A8420D4B01C6}" dt="2021-05-17T13:37:52.712" v="1311" actId="478"/>
          <ac:spMkLst>
            <pc:docMk/>
            <pc:sldMk cId="1346402826" sldId="305"/>
            <ac:spMk id="6" creationId="{4E710237-CC10-4B9F-8C89-F0E5A3AF20AC}"/>
          </ac:spMkLst>
        </pc:spChg>
        <pc:spChg chg="mod">
          <ac:chgData name="Sebastian Broers" userId="c3680e268fc62312" providerId="LiveId" clId="{2D723CA1-313E-4D85-8F16-A8420D4B01C6}" dt="2021-05-17T13:37:46.853" v="1309" actId="20577"/>
          <ac:spMkLst>
            <pc:docMk/>
            <pc:sldMk cId="1346402826" sldId="305"/>
            <ac:spMk id="11" creationId="{00000000-0000-0000-0000-000000000000}"/>
          </ac:spMkLst>
        </pc:spChg>
        <pc:spChg chg="mod">
          <ac:chgData name="Sebastian Broers" userId="c3680e268fc62312" providerId="LiveId" clId="{2D723CA1-313E-4D85-8F16-A8420D4B01C6}" dt="2021-05-18T06:29:58.259" v="1482" actId="12"/>
          <ac:spMkLst>
            <pc:docMk/>
            <pc:sldMk cId="1346402826" sldId="305"/>
            <ac:spMk id="13" creationId="{00000000-0000-0000-0000-000000000000}"/>
          </ac:spMkLst>
        </pc:spChg>
      </pc:sldChg>
      <pc:sldChg chg="modSp add mod modNotesTx">
        <pc:chgData name="Sebastian Broers" userId="c3680e268fc62312" providerId="LiveId" clId="{2D723CA1-313E-4D85-8F16-A8420D4B01C6}" dt="2021-05-18T06:26:37.569" v="1452" actId="12"/>
        <pc:sldMkLst>
          <pc:docMk/>
          <pc:sldMk cId="3567295925" sldId="306"/>
        </pc:sldMkLst>
        <pc:spChg chg="mod">
          <ac:chgData name="Sebastian Broers" userId="c3680e268fc62312" providerId="LiveId" clId="{2D723CA1-313E-4D85-8F16-A8420D4B01C6}" dt="2021-05-18T06:26:37.569" v="1452" actId="12"/>
          <ac:spMkLst>
            <pc:docMk/>
            <pc:sldMk cId="3567295925" sldId="306"/>
            <ac:spMk id="13" creationId="{00000000-0000-0000-0000-000000000000}"/>
          </ac:spMkLst>
        </pc:spChg>
      </pc:sldChg>
      <pc:sldChg chg="addSp modSp add mod">
        <pc:chgData name="Sebastian Broers" userId="c3680e268fc62312" providerId="LiveId" clId="{2D723CA1-313E-4D85-8F16-A8420D4B01C6}" dt="2021-05-17T13:38:36.300" v="1320"/>
        <pc:sldMkLst>
          <pc:docMk/>
          <pc:sldMk cId="467025047" sldId="307"/>
        </pc:sldMkLst>
        <pc:spChg chg="mod">
          <ac:chgData name="Sebastian Broers" userId="c3680e268fc62312" providerId="LiveId" clId="{2D723CA1-313E-4D85-8F16-A8420D4B01C6}" dt="2021-05-17T13:38:32.346" v="1319" actId="14100"/>
          <ac:spMkLst>
            <pc:docMk/>
            <pc:sldMk cId="467025047" sldId="307"/>
            <ac:spMk id="13" creationId="{00000000-0000-0000-0000-000000000000}"/>
          </ac:spMkLst>
        </pc:spChg>
        <pc:picChg chg="add mod">
          <ac:chgData name="Sebastian Broers" userId="c3680e268fc62312" providerId="LiveId" clId="{2D723CA1-313E-4D85-8F16-A8420D4B01C6}" dt="2021-05-17T13:38:36.300" v="1320"/>
          <ac:picMkLst>
            <pc:docMk/>
            <pc:sldMk cId="467025047" sldId="307"/>
            <ac:picMk id="7" creationId="{66F6DA63-3383-4F5F-999D-0645D3CF11F9}"/>
          </ac:picMkLst>
        </pc:picChg>
      </pc:sldChg>
    </pc:docChg>
  </pc:docChgLst>
  <pc:docChgLst>
    <pc:chgData name="Sebastian Broers" userId="c3680e268fc62312" providerId="LiveId" clId="{A518450E-7963-48E5-A876-7EDCCC2C7283}"/>
    <pc:docChg chg="undo custSel addSld delSld modSld sldOrd">
      <pc:chgData name="Sebastian Broers" userId="c3680e268fc62312" providerId="LiveId" clId="{A518450E-7963-48E5-A876-7EDCCC2C7283}" dt="2021-05-17T11:42:39.006" v="3014" actId="14100"/>
      <pc:docMkLst>
        <pc:docMk/>
      </pc:docMkLst>
      <pc:sldChg chg="modSp mod">
        <pc:chgData name="Sebastian Broers" userId="c3680e268fc62312" providerId="LiveId" clId="{A518450E-7963-48E5-A876-7EDCCC2C7283}" dt="2021-05-11T05:54:11.570" v="45" actId="20577"/>
        <pc:sldMkLst>
          <pc:docMk/>
          <pc:sldMk cId="314895424" sldId="258"/>
        </pc:sldMkLst>
        <pc:spChg chg="mod">
          <ac:chgData name="Sebastian Broers" userId="c3680e268fc62312" providerId="LiveId" clId="{A518450E-7963-48E5-A876-7EDCCC2C7283}" dt="2021-05-11T05:54:11.570" v="45" actId="20577"/>
          <ac:spMkLst>
            <pc:docMk/>
            <pc:sldMk cId="314895424" sldId="258"/>
            <ac:spMk id="3" creationId="{00000000-0000-0000-0000-000000000000}"/>
          </ac:spMkLst>
        </pc:spChg>
      </pc:sldChg>
      <pc:sldChg chg="modSp mod">
        <pc:chgData name="Sebastian Broers" userId="c3680e268fc62312" providerId="LiveId" clId="{A518450E-7963-48E5-A876-7EDCCC2C7283}" dt="2021-05-11T05:56:03.415" v="155" actId="20577"/>
        <pc:sldMkLst>
          <pc:docMk/>
          <pc:sldMk cId="1545939387" sldId="262"/>
        </pc:sldMkLst>
        <pc:spChg chg="mod">
          <ac:chgData name="Sebastian Broers" userId="c3680e268fc62312" providerId="LiveId" clId="{A518450E-7963-48E5-A876-7EDCCC2C7283}" dt="2021-05-11T05:56:01.350" v="154" actId="20577"/>
          <ac:spMkLst>
            <pc:docMk/>
            <pc:sldMk cId="1545939387" sldId="262"/>
            <ac:spMk id="8" creationId="{00000000-0000-0000-0000-000000000000}"/>
          </ac:spMkLst>
        </pc:spChg>
        <pc:spChg chg="mod">
          <ac:chgData name="Sebastian Broers" userId="c3680e268fc62312" providerId="LiveId" clId="{A518450E-7963-48E5-A876-7EDCCC2C7283}" dt="2021-05-11T05:56:03.415" v="155" actId="20577"/>
          <ac:spMkLst>
            <pc:docMk/>
            <pc:sldMk cId="1545939387" sldId="262"/>
            <ac:spMk id="9" creationId="{00000000-0000-0000-0000-000000000000}"/>
          </ac:spMkLst>
        </pc:spChg>
      </pc:sldChg>
      <pc:sldChg chg="addSp delSp modSp mod chgLayout modNotesTx">
        <pc:chgData name="Sebastian Broers" userId="c3680e268fc62312" providerId="LiveId" clId="{A518450E-7963-48E5-A876-7EDCCC2C7283}" dt="2021-05-17T09:47:49.870" v="2736" actId="20577"/>
        <pc:sldMkLst>
          <pc:docMk/>
          <pc:sldMk cId="1116914026" sldId="267"/>
        </pc:sldMkLst>
        <pc:spChg chg="add del mod">
          <ac:chgData name="Sebastian Broers" userId="c3680e268fc62312" providerId="LiveId" clId="{A518450E-7963-48E5-A876-7EDCCC2C7283}" dt="2021-05-11T05:57:00.423" v="169" actId="6264"/>
          <ac:spMkLst>
            <pc:docMk/>
            <pc:sldMk cId="1116914026" sldId="267"/>
            <ac:spMk id="2" creationId="{894397B3-99D4-4147-84F9-8CA6CB8042C7}"/>
          </ac:spMkLst>
        </pc:spChg>
        <pc:spChg chg="mod ord">
          <ac:chgData name="Sebastian Broers" userId="c3680e268fc62312" providerId="LiveId" clId="{A518450E-7963-48E5-A876-7EDCCC2C7283}" dt="2021-05-11T05:57:00.423" v="169" actId="6264"/>
          <ac:spMkLst>
            <pc:docMk/>
            <pc:sldMk cId="1116914026" sldId="267"/>
            <ac:spMk id="3" creationId="{00000000-0000-0000-0000-000000000000}"/>
          </ac:spMkLst>
        </pc:spChg>
        <pc:spChg chg="add del mod">
          <ac:chgData name="Sebastian Broers" userId="c3680e268fc62312" providerId="LiveId" clId="{A518450E-7963-48E5-A876-7EDCCC2C7283}" dt="2021-05-11T05:57:00.423" v="169" actId="6264"/>
          <ac:spMkLst>
            <pc:docMk/>
            <pc:sldMk cId="1116914026" sldId="267"/>
            <ac:spMk id="4" creationId="{706D3AEE-2317-43E1-AEC8-6048E403F3B3}"/>
          </ac:spMkLst>
        </pc:spChg>
        <pc:spChg chg="mod ord">
          <ac:chgData name="Sebastian Broers" userId="c3680e268fc62312" providerId="LiveId" clId="{A518450E-7963-48E5-A876-7EDCCC2C7283}" dt="2021-05-11T05:57:00.423" v="169" actId="6264"/>
          <ac:spMkLst>
            <pc:docMk/>
            <pc:sldMk cId="1116914026" sldId="267"/>
            <ac:spMk id="5" creationId="{00000000-0000-0000-0000-000000000000}"/>
          </ac:spMkLst>
        </pc:spChg>
        <pc:spChg chg="add del mod">
          <ac:chgData name="Sebastian Broers" userId="c3680e268fc62312" providerId="LiveId" clId="{A518450E-7963-48E5-A876-7EDCCC2C7283}" dt="2021-05-11T05:57:00.423" v="169" actId="6264"/>
          <ac:spMkLst>
            <pc:docMk/>
            <pc:sldMk cId="1116914026" sldId="267"/>
            <ac:spMk id="6" creationId="{7517F1C2-ABE6-4FA1-94DC-9B684F600685}"/>
          </ac:spMkLst>
        </pc:spChg>
        <pc:spChg chg="add del mod">
          <ac:chgData name="Sebastian Broers" userId="c3680e268fc62312" providerId="LiveId" clId="{A518450E-7963-48E5-A876-7EDCCC2C7283}" dt="2021-05-11T05:57:00.423" v="169" actId="6264"/>
          <ac:spMkLst>
            <pc:docMk/>
            <pc:sldMk cId="1116914026" sldId="267"/>
            <ac:spMk id="7" creationId="{EAACA551-EF7C-4C50-BB7F-F7D914D9B9B9}"/>
          </ac:spMkLst>
        </pc:spChg>
        <pc:spChg chg="mod ord">
          <ac:chgData name="Sebastian Broers" userId="c3680e268fc62312" providerId="LiveId" clId="{A518450E-7963-48E5-A876-7EDCCC2C7283}" dt="2021-05-11T05:57:00.423" v="169" actId="6264"/>
          <ac:spMkLst>
            <pc:docMk/>
            <pc:sldMk cId="1116914026" sldId="267"/>
            <ac:spMk id="8" creationId="{40EABAF9-AFBD-45F0-A303-28005BECD7D3}"/>
          </ac:spMkLst>
        </pc:spChg>
        <pc:spChg chg="add del mod">
          <ac:chgData name="Sebastian Broers" userId="c3680e268fc62312" providerId="LiveId" clId="{A518450E-7963-48E5-A876-7EDCCC2C7283}" dt="2021-05-11T05:57:00.423" v="169" actId="6264"/>
          <ac:spMkLst>
            <pc:docMk/>
            <pc:sldMk cId="1116914026" sldId="267"/>
            <ac:spMk id="9" creationId="{00D0B88E-B614-4E0A-AD3A-B2917A17DB09}"/>
          </ac:spMkLst>
        </pc:spChg>
        <pc:spChg chg="add mod">
          <ac:chgData name="Sebastian Broers" userId="c3680e268fc62312" providerId="LiveId" clId="{A518450E-7963-48E5-A876-7EDCCC2C7283}" dt="2021-05-17T09:47:08.024" v="2729" actId="27636"/>
          <ac:spMkLst>
            <pc:docMk/>
            <pc:sldMk cId="1116914026" sldId="267"/>
            <ac:spMk id="9" creationId="{0287B69B-CBB8-4B83-9B21-B722D561BBFC}"/>
          </ac:spMkLst>
        </pc:spChg>
        <pc:spChg chg="add mod ord">
          <ac:chgData name="Sebastian Broers" userId="c3680e268fc62312" providerId="LiveId" clId="{A518450E-7963-48E5-A876-7EDCCC2C7283}" dt="2021-05-11T05:57:11.634" v="188" actId="20577"/>
          <ac:spMkLst>
            <pc:docMk/>
            <pc:sldMk cId="1116914026" sldId="267"/>
            <ac:spMk id="10" creationId="{A9C745B5-3FC0-4745-BC36-0C66B6FF0270}"/>
          </ac:spMkLst>
        </pc:spChg>
        <pc:spChg chg="mod ord">
          <ac:chgData name="Sebastian Broers" userId="c3680e268fc62312" providerId="LiveId" clId="{A518450E-7963-48E5-A876-7EDCCC2C7283}" dt="2021-05-11T05:57:00.423" v="169" actId="6264"/>
          <ac:spMkLst>
            <pc:docMk/>
            <pc:sldMk cId="1116914026" sldId="267"/>
            <ac:spMk id="11" creationId="{00000000-0000-0000-0000-000000000000}"/>
          </ac:spMkLst>
        </pc:spChg>
        <pc:spChg chg="mod ord">
          <ac:chgData name="Sebastian Broers" userId="c3680e268fc62312" providerId="LiveId" clId="{A518450E-7963-48E5-A876-7EDCCC2C7283}" dt="2021-05-17T09:47:49.870" v="2736" actId="20577"/>
          <ac:spMkLst>
            <pc:docMk/>
            <pc:sldMk cId="1116914026" sldId="267"/>
            <ac:spMk id="13" creationId="{00000000-0000-0000-0000-000000000000}"/>
          </ac:spMkLst>
        </pc:spChg>
      </pc:sldChg>
      <pc:sldChg chg="modSp mod">
        <pc:chgData name="Sebastian Broers" userId="c3680e268fc62312" providerId="LiveId" clId="{A518450E-7963-48E5-A876-7EDCCC2C7283}" dt="2021-05-11T08:26:46.427" v="681"/>
        <pc:sldMkLst>
          <pc:docMk/>
          <pc:sldMk cId="1759709190" sldId="268"/>
        </pc:sldMkLst>
        <pc:spChg chg="mod">
          <ac:chgData name="Sebastian Broers" userId="c3680e268fc62312" providerId="LiveId" clId="{A518450E-7963-48E5-A876-7EDCCC2C7283}" dt="2021-05-11T08:26:46.427" v="681"/>
          <ac:spMkLst>
            <pc:docMk/>
            <pc:sldMk cId="1759709190" sldId="268"/>
            <ac:spMk id="67" creationId="{660EF78D-FB01-4F96-AB43-715D859EF4AD}"/>
          </ac:spMkLst>
        </pc:spChg>
      </pc:sldChg>
      <pc:sldChg chg="add del">
        <pc:chgData name="Sebastian Broers" userId="c3680e268fc62312" providerId="LiveId" clId="{A518450E-7963-48E5-A876-7EDCCC2C7283}" dt="2021-05-11T05:53:58.100" v="23" actId="47"/>
        <pc:sldMkLst>
          <pc:docMk/>
          <pc:sldMk cId="1744793073" sldId="271"/>
        </pc:sldMkLst>
      </pc:sldChg>
      <pc:sldChg chg="modSp add del mod">
        <pc:chgData name="Sebastian Broers" userId="c3680e268fc62312" providerId="LiveId" clId="{A518450E-7963-48E5-A876-7EDCCC2C7283}" dt="2021-05-11T06:33:09.073" v="307" actId="47"/>
        <pc:sldMkLst>
          <pc:docMk/>
          <pc:sldMk cId="3071836199" sldId="272"/>
        </pc:sldMkLst>
        <pc:spChg chg="mod">
          <ac:chgData name="Sebastian Broers" userId="c3680e268fc62312" providerId="LiveId" clId="{A518450E-7963-48E5-A876-7EDCCC2C7283}" dt="2021-05-11T05:58:56.687" v="202" actId="20577"/>
          <ac:spMkLst>
            <pc:docMk/>
            <pc:sldMk cId="3071836199" sldId="272"/>
            <ac:spMk id="13" creationId="{00000000-0000-0000-0000-000000000000}"/>
          </ac:spMkLst>
        </pc:spChg>
      </pc:sldChg>
      <pc:sldChg chg="modSp add del mod">
        <pc:chgData name="Sebastian Broers" userId="c3680e268fc62312" providerId="LiveId" clId="{A518450E-7963-48E5-A876-7EDCCC2C7283}" dt="2021-05-11T06:54:21.070" v="480" actId="47"/>
        <pc:sldMkLst>
          <pc:docMk/>
          <pc:sldMk cId="4157475119" sldId="273"/>
        </pc:sldMkLst>
        <pc:spChg chg="mod">
          <ac:chgData name="Sebastian Broers" userId="c3680e268fc62312" providerId="LiveId" clId="{A518450E-7963-48E5-A876-7EDCCC2C7283}" dt="2021-05-11T06:13:22.477" v="290" actId="20577"/>
          <ac:spMkLst>
            <pc:docMk/>
            <pc:sldMk cId="4157475119" sldId="273"/>
            <ac:spMk id="13" creationId="{00000000-0000-0000-0000-000000000000}"/>
          </ac:spMkLst>
        </pc:spChg>
      </pc:sldChg>
      <pc:sldChg chg="modSp add mod ord">
        <pc:chgData name="Sebastian Broers" userId="c3680e268fc62312" providerId="LiveId" clId="{A518450E-7963-48E5-A876-7EDCCC2C7283}" dt="2021-05-11T06:55:10.794" v="489" actId="27636"/>
        <pc:sldMkLst>
          <pc:docMk/>
          <pc:sldMk cId="3909383266" sldId="274"/>
        </pc:sldMkLst>
        <pc:spChg chg="mod">
          <ac:chgData name="Sebastian Broers" userId="c3680e268fc62312" providerId="LiveId" clId="{A518450E-7963-48E5-A876-7EDCCC2C7283}" dt="2021-05-11T06:55:10.794" v="489" actId="27636"/>
          <ac:spMkLst>
            <pc:docMk/>
            <pc:sldMk cId="3909383266" sldId="274"/>
            <ac:spMk id="8" creationId="{00000000-0000-0000-0000-000000000000}"/>
          </ac:spMkLst>
        </pc:spChg>
        <pc:spChg chg="mod">
          <ac:chgData name="Sebastian Broers" userId="c3680e268fc62312" providerId="LiveId" clId="{A518450E-7963-48E5-A876-7EDCCC2C7283}" dt="2021-05-11T06:54:49.737" v="485" actId="20577"/>
          <ac:spMkLst>
            <pc:docMk/>
            <pc:sldMk cId="3909383266" sldId="274"/>
            <ac:spMk id="10" creationId="{00000000-0000-0000-0000-000000000000}"/>
          </ac:spMkLst>
        </pc:spChg>
      </pc:sldChg>
      <pc:sldChg chg="modSp add mod ord">
        <pc:chgData name="Sebastian Broers" userId="c3680e268fc62312" providerId="LiveId" clId="{A518450E-7963-48E5-A876-7EDCCC2C7283}" dt="2021-05-17T08:10:19.450" v="1692" actId="20577"/>
        <pc:sldMkLst>
          <pc:docMk/>
          <pc:sldMk cId="1861834121" sldId="275"/>
        </pc:sldMkLst>
        <pc:spChg chg="mod">
          <ac:chgData name="Sebastian Broers" userId="c3680e268fc62312" providerId="LiveId" clId="{A518450E-7963-48E5-A876-7EDCCC2C7283}" dt="2021-05-11T06:34:20.456" v="352" actId="20577"/>
          <ac:spMkLst>
            <pc:docMk/>
            <pc:sldMk cId="1861834121" sldId="275"/>
            <ac:spMk id="10" creationId="{A9C745B5-3FC0-4745-BC36-0C66B6FF0270}"/>
          </ac:spMkLst>
        </pc:spChg>
        <pc:spChg chg="mod">
          <ac:chgData name="Sebastian Broers" userId="c3680e268fc62312" providerId="LiveId" clId="{A518450E-7963-48E5-A876-7EDCCC2C7283}" dt="2021-05-11T06:33:31.338" v="317" actId="20577"/>
          <ac:spMkLst>
            <pc:docMk/>
            <pc:sldMk cId="1861834121" sldId="275"/>
            <ac:spMk id="11" creationId="{00000000-0000-0000-0000-000000000000}"/>
          </ac:spMkLst>
        </pc:spChg>
        <pc:spChg chg="mod">
          <ac:chgData name="Sebastian Broers" userId="c3680e268fc62312" providerId="LiveId" clId="{A518450E-7963-48E5-A876-7EDCCC2C7283}" dt="2021-05-17T08:10:19.450" v="1692" actId="20577"/>
          <ac:spMkLst>
            <pc:docMk/>
            <pc:sldMk cId="1861834121" sldId="275"/>
            <ac:spMk id="13" creationId="{00000000-0000-0000-0000-000000000000}"/>
          </ac:spMkLst>
        </pc:spChg>
      </pc:sldChg>
      <pc:sldChg chg="modSp add mod">
        <pc:chgData name="Sebastian Broers" userId="c3680e268fc62312" providerId="LiveId" clId="{A518450E-7963-48E5-A876-7EDCCC2C7283}" dt="2021-05-11T06:40:53.225" v="455" actId="113"/>
        <pc:sldMkLst>
          <pc:docMk/>
          <pc:sldMk cId="1924502569" sldId="276"/>
        </pc:sldMkLst>
        <pc:spChg chg="mod">
          <ac:chgData name="Sebastian Broers" userId="c3680e268fc62312" providerId="LiveId" clId="{A518450E-7963-48E5-A876-7EDCCC2C7283}" dt="2021-05-11T06:34:26.968" v="364" actId="20577"/>
          <ac:spMkLst>
            <pc:docMk/>
            <pc:sldMk cId="1924502569" sldId="276"/>
            <ac:spMk id="10" creationId="{A9C745B5-3FC0-4745-BC36-0C66B6FF0270}"/>
          </ac:spMkLst>
        </pc:spChg>
        <pc:spChg chg="mod">
          <ac:chgData name="Sebastian Broers" userId="c3680e268fc62312" providerId="LiveId" clId="{A518450E-7963-48E5-A876-7EDCCC2C7283}" dt="2021-05-11T06:40:53.225" v="455" actId="113"/>
          <ac:spMkLst>
            <pc:docMk/>
            <pc:sldMk cId="1924502569" sldId="276"/>
            <ac:spMk id="13" creationId="{00000000-0000-0000-0000-000000000000}"/>
          </ac:spMkLst>
        </pc:spChg>
      </pc:sldChg>
      <pc:sldChg chg="modSp add mod">
        <pc:chgData name="Sebastian Broers" userId="c3680e268fc62312" providerId="LiveId" clId="{A518450E-7963-48E5-A876-7EDCCC2C7283}" dt="2021-05-11T06:38:41.185" v="444" actId="20577"/>
        <pc:sldMkLst>
          <pc:docMk/>
          <pc:sldMk cId="261377465" sldId="277"/>
        </pc:sldMkLst>
        <pc:spChg chg="mod">
          <ac:chgData name="Sebastian Broers" userId="c3680e268fc62312" providerId="LiveId" clId="{A518450E-7963-48E5-A876-7EDCCC2C7283}" dt="2021-05-11T06:36:15.010" v="381" actId="113"/>
          <ac:spMkLst>
            <pc:docMk/>
            <pc:sldMk cId="261377465" sldId="277"/>
            <ac:spMk id="10" creationId="{A9C745B5-3FC0-4745-BC36-0C66B6FF0270}"/>
          </ac:spMkLst>
        </pc:spChg>
        <pc:spChg chg="mod">
          <ac:chgData name="Sebastian Broers" userId="c3680e268fc62312" providerId="LiveId" clId="{A518450E-7963-48E5-A876-7EDCCC2C7283}" dt="2021-05-11T06:38:41.185" v="444" actId="20577"/>
          <ac:spMkLst>
            <pc:docMk/>
            <pc:sldMk cId="261377465" sldId="277"/>
            <ac:spMk id="13" creationId="{00000000-0000-0000-0000-000000000000}"/>
          </ac:spMkLst>
        </pc:spChg>
      </pc:sldChg>
      <pc:sldChg chg="modSp add mod">
        <pc:chgData name="Sebastian Broers" userId="c3680e268fc62312" providerId="LiveId" clId="{A518450E-7963-48E5-A876-7EDCCC2C7283}" dt="2021-05-11T06:38:10.532" v="434" actId="20577"/>
        <pc:sldMkLst>
          <pc:docMk/>
          <pc:sldMk cId="278338294" sldId="278"/>
        </pc:sldMkLst>
        <pc:spChg chg="mod">
          <ac:chgData name="Sebastian Broers" userId="c3680e268fc62312" providerId="LiveId" clId="{A518450E-7963-48E5-A876-7EDCCC2C7283}" dt="2021-05-11T06:38:10.532" v="434" actId="20577"/>
          <ac:spMkLst>
            <pc:docMk/>
            <pc:sldMk cId="278338294" sldId="278"/>
            <ac:spMk id="13" creationId="{00000000-0000-0000-0000-000000000000}"/>
          </ac:spMkLst>
        </pc:spChg>
      </pc:sldChg>
      <pc:sldChg chg="modSp add mod">
        <pc:chgData name="Sebastian Broers" userId="c3680e268fc62312" providerId="LiveId" clId="{A518450E-7963-48E5-A876-7EDCCC2C7283}" dt="2021-05-11T06:50:42.004" v="479" actId="20577"/>
        <pc:sldMkLst>
          <pc:docMk/>
          <pc:sldMk cId="900995149" sldId="279"/>
        </pc:sldMkLst>
        <pc:spChg chg="mod">
          <ac:chgData name="Sebastian Broers" userId="c3680e268fc62312" providerId="LiveId" clId="{A518450E-7963-48E5-A876-7EDCCC2C7283}" dt="2021-05-11T06:50:42.004" v="479" actId="20577"/>
          <ac:spMkLst>
            <pc:docMk/>
            <pc:sldMk cId="900995149" sldId="279"/>
            <ac:spMk id="13" creationId="{00000000-0000-0000-0000-000000000000}"/>
          </ac:spMkLst>
        </pc:spChg>
      </pc:sldChg>
      <pc:sldChg chg="add">
        <pc:chgData name="Sebastian Broers" userId="c3680e268fc62312" providerId="LiveId" clId="{A518450E-7963-48E5-A876-7EDCCC2C7283}" dt="2021-05-11T06:54:44.472" v="481" actId="2890"/>
        <pc:sldMkLst>
          <pc:docMk/>
          <pc:sldMk cId="3035931212" sldId="280"/>
        </pc:sldMkLst>
      </pc:sldChg>
      <pc:sldChg chg="addSp delSp modSp add mod ord setBg setClrOvrMap chgLayout">
        <pc:chgData name="Sebastian Broers" userId="c3680e268fc62312" providerId="LiveId" clId="{A518450E-7963-48E5-A876-7EDCCC2C7283}" dt="2021-05-11T08:22:14.246" v="670" actId="122"/>
        <pc:sldMkLst>
          <pc:docMk/>
          <pc:sldMk cId="805200953" sldId="281"/>
        </pc:sldMkLst>
        <pc:spChg chg="mod ord">
          <ac:chgData name="Sebastian Broers" userId="c3680e268fc62312" providerId="LiveId" clId="{A518450E-7963-48E5-A876-7EDCCC2C7283}" dt="2021-05-11T08:12:20.449" v="606" actId="6264"/>
          <ac:spMkLst>
            <pc:docMk/>
            <pc:sldMk cId="805200953" sldId="281"/>
            <ac:spMk id="3" creationId="{00000000-0000-0000-0000-000000000000}"/>
          </ac:spMkLst>
        </pc:spChg>
        <pc:spChg chg="mod ord">
          <ac:chgData name="Sebastian Broers" userId="c3680e268fc62312" providerId="LiveId" clId="{A518450E-7963-48E5-A876-7EDCCC2C7283}" dt="2021-05-11T08:12:20.449" v="606" actId="6264"/>
          <ac:spMkLst>
            <pc:docMk/>
            <pc:sldMk cId="805200953" sldId="281"/>
            <ac:spMk id="5" creationId="{00000000-0000-0000-0000-000000000000}"/>
          </ac:spMkLst>
        </pc:spChg>
        <pc:spChg chg="mod ord">
          <ac:chgData name="Sebastian Broers" userId="c3680e268fc62312" providerId="LiveId" clId="{A518450E-7963-48E5-A876-7EDCCC2C7283}" dt="2021-05-11T08:12:20.449" v="606" actId="6264"/>
          <ac:spMkLst>
            <pc:docMk/>
            <pc:sldMk cId="805200953" sldId="281"/>
            <ac:spMk id="8" creationId="{40EABAF9-AFBD-45F0-A303-28005BECD7D3}"/>
          </ac:spMkLst>
        </pc:spChg>
        <pc:spChg chg="del mod">
          <ac:chgData name="Sebastian Broers" userId="c3680e268fc62312" providerId="LiveId" clId="{A518450E-7963-48E5-A876-7EDCCC2C7283}" dt="2021-05-11T06:55:54.884" v="495" actId="478"/>
          <ac:spMkLst>
            <pc:docMk/>
            <pc:sldMk cId="805200953" sldId="281"/>
            <ac:spMk id="10" creationId="{A9C745B5-3FC0-4745-BC36-0C66B6FF0270}"/>
          </ac:spMkLst>
        </pc:spChg>
        <pc:spChg chg="mod ord">
          <ac:chgData name="Sebastian Broers" userId="c3680e268fc62312" providerId="LiveId" clId="{A518450E-7963-48E5-A876-7EDCCC2C7283}" dt="2021-05-11T08:12:20.449" v="606" actId="6264"/>
          <ac:spMkLst>
            <pc:docMk/>
            <pc:sldMk cId="805200953" sldId="281"/>
            <ac:spMk id="11" creationId="{00000000-0000-0000-0000-000000000000}"/>
          </ac:spMkLst>
        </pc:spChg>
        <pc:spChg chg="add del mod">
          <ac:chgData name="Sebastian Broers" userId="c3680e268fc62312" providerId="LiveId" clId="{A518450E-7963-48E5-A876-7EDCCC2C7283}" dt="2021-05-11T07:01:31.320" v="552" actId="6264"/>
          <ac:spMkLst>
            <pc:docMk/>
            <pc:sldMk cId="805200953" sldId="281"/>
            <ac:spMk id="12" creationId="{A8577D46-EC3A-483C-B594-CB144C9FCAB9}"/>
          </ac:spMkLst>
        </pc:spChg>
        <pc:spChg chg="mod ord">
          <ac:chgData name="Sebastian Broers" userId="c3680e268fc62312" providerId="LiveId" clId="{A518450E-7963-48E5-A876-7EDCCC2C7283}" dt="2021-05-11T08:12:20.449" v="606" actId="6264"/>
          <ac:spMkLst>
            <pc:docMk/>
            <pc:sldMk cId="805200953" sldId="281"/>
            <ac:spMk id="13" creationId="{00000000-0000-0000-0000-000000000000}"/>
          </ac:spMkLst>
        </pc:spChg>
        <pc:spChg chg="add del mod">
          <ac:chgData name="Sebastian Broers" userId="c3680e268fc62312" providerId="LiveId" clId="{A518450E-7963-48E5-A876-7EDCCC2C7283}" dt="2021-05-11T07:01:31.320" v="552" actId="6264"/>
          <ac:spMkLst>
            <pc:docMk/>
            <pc:sldMk cId="805200953" sldId="281"/>
            <ac:spMk id="14" creationId="{BE926DDC-C615-49AF-B18C-DF3FF27D4A1B}"/>
          </ac:spMkLst>
        </pc:spChg>
        <pc:spChg chg="add del">
          <ac:chgData name="Sebastian Broers" userId="c3680e268fc62312" providerId="LiveId" clId="{A518450E-7963-48E5-A876-7EDCCC2C7283}" dt="2021-05-11T06:56:48.536" v="512"/>
          <ac:spMkLst>
            <pc:docMk/>
            <pc:sldMk cId="805200953" sldId="281"/>
            <ac:spMk id="15" creationId="{3CD9DF72-87A3-404E-A828-84CBF11A8303}"/>
          </ac:spMkLst>
        </pc:spChg>
        <pc:spChg chg="add del mod">
          <ac:chgData name="Sebastian Broers" userId="c3680e268fc62312" providerId="LiveId" clId="{A518450E-7963-48E5-A876-7EDCCC2C7283}" dt="2021-05-11T06:57:58.570" v="516" actId="478"/>
          <ac:spMkLst>
            <pc:docMk/>
            <pc:sldMk cId="805200953" sldId="281"/>
            <ac:spMk id="17" creationId="{C7CF7BD7-F724-48D1-A1EE-56B73B717BED}"/>
          </ac:spMkLst>
        </pc:spChg>
        <pc:spChg chg="add del">
          <ac:chgData name="Sebastian Broers" userId="c3680e268fc62312" providerId="LiveId" clId="{A518450E-7963-48E5-A876-7EDCCC2C7283}" dt="2021-05-11T06:56:36.977" v="508" actId="26606"/>
          <ac:spMkLst>
            <pc:docMk/>
            <pc:sldMk cId="805200953" sldId="281"/>
            <ac:spMk id="18" creationId="{9AA72BD9-2C5A-4EDC-931F-5AA08EACA0F3}"/>
          </ac:spMkLst>
        </pc:spChg>
        <pc:spChg chg="add del mod">
          <ac:chgData name="Sebastian Broers" userId="c3680e268fc62312" providerId="LiveId" clId="{A518450E-7963-48E5-A876-7EDCCC2C7283}" dt="2021-05-11T06:58:16.594" v="520" actId="478"/>
          <ac:spMkLst>
            <pc:docMk/>
            <pc:sldMk cId="805200953" sldId="281"/>
            <ac:spMk id="19" creationId="{A1265AFF-6963-468D-A6C5-8F67CE02A09E}"/>
          </ac:spMkLst>
        </pc:spChg>
        <pc:spChg chg="add del">
          <ac:chgData name="Sebastian Broers" userId="c3680e268fc62312" providerId="LiveId" clId="{A518450E-7963-48E5-A876-7EDCCC2C7283}" dt="2021-05-11T06:56:36.977" v="508" actId="26606"/>
          <ac:spMkLst>
            <pc:docMk/>
            <pc:sldMk cId="805200953" sldId="281"/>
            <ac:spMk id="20" creationId="{DD3981AC-7B61-4947-BCF3-F7AA7FA385B9}"/>
          </ac:spMkLst>
        </pc:spChg>
        <pc:spChg chg="add del">
          <ac:chgData name="Sebastian Broers" userId="c3680e268fc62312" providerId="LiveId" clId="{A518450E-7963-48E5-A876-7EDCCC2C7283}" dt="2021-05-11T07:00:35.134" v="540" actId="478"/>
          <ac:spMkLst>
            <pc:docMk/>
            <pc:sldMk cId="805200953" sldId="281"/>
            <ac:spMk id="21" creationId="{0D2EC615-A055-4F2E-AAB5-C9911D567E2B}"/>
          </ac:spMkLst>
        </pc:spChg>
        <pc:spChg chg="add del">
          <ac:chgData name="Sebastian Broers" userId="c3680e268fc62312" providerId="LiveId" clId="{A518450E-7963-48E5-A876-7EDCCC2C7283}" dt="2021-05-11T06:56:36.977" v="508" actId="26606"/>
          <ac:spMkLst>
            <pc:docMk/>
            <pc:sldMk cId="805200953" sldId="281"/>
            <ac:spMk id="22" creationId="{55D4142C-5077-457F-A6AD-3FECFDB39685}"/>
          </ac:spMkLst>
        </pc:spChg>
        <pc:spChg chg="add mod">
          <ac:chgData name="Sebastian Broers" userId="c3680e268fc62312" providerId="LiveId" clId="{A518450E-7963-48E5-A876-7EDCCC2C7283}" dt="2021-05-11T08:22:14.246" v="670" actId="122"/>
          <ac:spMkLst>
            <pc:docMk/>
            <pc:sldMk cId="805200953" sldId="281"/>
            <ac:spMk id="23" creationId="{C2F39D70-C894-4634-ACFF-8716B8EC3D6A}"/>
          </ac:spMkLst>
        </pc:spChg>
        <pc:spChg chg="add del">
          <ac:chgData name="Sebastian Broers" userId="c3680e268fc62312" providerId="LiveId" clId="{A518450E-7963-48E5-A876-7EDCCC2C7283}" dt="2021-05-11T06:56:36.977" v="508" actId="26606"/>
          <ac:spMkLst>
            <pc:docMk/>
            <pc:sldMk cId="805200953" sldId="281"/>
            <ac:spMk id="24" creationId="{7A5F0580-5EE9-419F-96EE-B6529EF6E7D0}"/>
          </ac:spMkLst>
        </pc:spChg>
        <pc:spChg chg="add del mod">
          <ac:chgData name="Sebastian Broers" userId="c3680e268fc62312" providerId="LiveId" clId="{A518450E-7963-48E5-A876-7EDCCC2C7283}" dt="2021-05-11T07:01:31.320" v="552" actId="6264"/>
          <ac:spMkLst>
            <pc:docMk/>
            <pc:sldMk cId="805200953" sldId="281"/>
            <ac:spMk id="25" creationId="{D56D3710-0F16-47F5-AFCD-1F34B67DE250}"/>
          </ac:spMkLst>
        </pc:spChg>
        <pc:spChg chg="add del mod">
          <ac:chgData name="Sebastian Broers" userId="c3680e268fc62312" providerId="LiveId" clId="{A518450E-7963-48E5-A876-7EDCCC2C7283}" dt="2021-05-11T07:01:31.320" v="552" actId="6264"/>
          <ac:spMkLst>
            <pc:docMk/>
            <pc:sldMk cId="805200953" sldId="281"/>
            <ac:spMk id="26" creationId="{063E64C0-2C74-4342-8322-38EBB5B49BC3}"/>
          </ac:spMkLst>
        </pc:spChg>
        <pc:spChg chg="add del mod">
          <ac:chgData name="Sebastian Broers" userId="c3680e268fc62312" providerId="LiveId" clId="{A518450E-7963-48E5-A876-7EDCCC2C7283}" dt="2021-05-11T07:01:31.320" v="552" actId="6264"/>
          <ac:spMkLst>
            <pc:docMk/>
            <pc:sldMk cId="805200953" sldId="281"/>
            <ac:spMk id="27" creationId="{0E62219D-FF6B-4786-942C-6C6E0613EDA0}"/>
          </ac:spMkLst>
        </pc:spChg>
        <pc:spChg chg="add del mod ord">
          <ac:chgData name="Sebastian Broers" userId="c3680e268fc62312" providerId="LiveId" clId="{A518450E-7963-48E5-A876-7EDCCC2C7283}" dt="2021-05-11T07:02:50.021" v="576" actId="478"/>
          <ac:spMkLst>
            <pc:docMk/>
            <pc:sldMk cId="805200953" sldId="281"/>
            <ac:spMk id="28" creationId="{6F2320F6-B467-4F0B-AE88-8D9D1A3CEE9B}"/>
          </ac:spMkLst>
        </pc:spChg>
        <pc:spChg chg="add del mod">
          <ac:chgData name="Sebastian Broers" userId="c3680e268fc62312" providerId="LiveId" clId="{A518450E-7963-48E5-A876-7EDCCC2C7283}" dt="2021-05-11T08:12:20.449" v="606" actId="6264"/>
          <ac:spMkLst>
            <pc:docMk/>
            <pc:sldMk cId="805200953" sldId="281"/>
            <ac:spMk id="29" creationId="{AFDC0695-BD4B-4B0A-BC95-A7E474F55346}"/>
          </ac:spMkLst>
        </pc:spChg>
        <pc:spChg chg="add del mod">
          <ac:chgData name="Sebastian Broers" userId="c3680e268fc62312" providerId="LiveId" clId="{A518450E-7963-48E5-A876-7EDCCC2C7283}" dt="2021-05-11T08:12:20.449" v="606" actId="6264"/>
          <ac:spMkLst>
            <pc:docMk/>
            <pc:sldMk cId="805200953" sldId="281"/>
            <ac:spMk id="30" creationId="{979209B4-9912-40E5-A43A-4F36A4A14EE0}"/>
          </ac:spMkLst>
        </pc:spChg>
        <pc:spChg chg="add del mod">
          <ac:chgData name="Sebastian Broers" userId="c3680e268fc62312" providerId="LiveId" clId="{A518450E-7963-48E5-A876-7EDCCC2C7283}" dt="2021-05-11T08:12:20.449" v="606" actId="6264"/>
          <ac:spMkLst>
            <pc:docMk/>
            <pc:sldMk cId="805200953" sldId="281"/>
            <ac:spMk id="31" creationId="{6EBBD272-17EF-4088-B8F0-B73AF041B481}"/>
          </ac:spMkLst>
        </pc:spChg>
        <pc:spChg chg="add del mod">
          <ac:chgData name="Sebastian Broers" userId="c3680e268fc62312" providerId="LiveId" clId="{A518450E-7963-48E5-A876-7EDCCC2C7283}" dt="2021-05-11T08:12:20.449" v="606" actId="6264"/>
          <ac:spMkLst>
            <pc:docMk/>
            <pc:sldMk cId="805200953" sldId="281"/>
            <ac:spMk id="32" creationId="{97791EF3-62D7-4FC2-8F23-8D09ABBB9905}"/>
          </ac:spMkLst>
        </pc:spChg>
        <pc:spChg chg="add del mod">
          <ac:chgData name="Sebastian Broers" userId="c3680e268fc62312" providerId="LiveId" clId="{A518450E-7963-48E5-A876-7EDCCC2C7283}" dt="2021-05-11T08:12:20.449" v="606" actId="6264"/>
          <ac:spMkLst>
            <pc:docMk/>
            <pc:sldMk cId="805200953" sldId="281"/>
            <ac:spMk id="33" creationId="{7847909D-5C0F-4D5A-9226-576D49F53DE5}"/>
          </ac:spMkLst>
        </pc:spChg>
        <pc:spChg chg="add del mod ord">
          <ac:chgData name="Sebastian Broers" userId="c3680e268fc62312" providerId="LiveId" clId="{A518450E-7963-48E5-A876-7EDCCC2C7283}" dt="2021-05-11T08:12:20.449" v="606" actId="6264"/>
          <ac:spMkLst>
            <pc:docMk/>
            <pc:sldMk cId="805200953" sldId="281"/>
            <ac:spMk id="34" creationId="{C89F6F83-136F-464D-8C2A-17924E6CD87F}"/>
          </ac:spMkLst>
        </pc:spChg>
        <pc:spChg chg="add mod">
          <ac:chgData name="Sebastian Broers" userId="c3680e268fc62312" providerId="LiveId" clId="{A518450E-7963-48E5-A876-7EDCCC2C7283}" dt="2021-05-11T08:12:35.885" v="613" actId="20577"/>
          <ac:spMkLst>
            <pc:docMk/>
            <pc:sldMk cId="805200953" sldId="281"/>
            <ac:spMk id="35" creationId="{E49055E0-8CFA-44EC-895A-33743F98E8FD}"/>
          </ac:spMkLst>
        </pc:spChg>
        <pc:picChg chg="add mod ord">
          <ac:chgData name="Sebastian Broers" userId="c3680e268fc62312" providerId="LiveId" clId="{A518450E-7963-48E5-A876-7EDCCC2C7283}" dt="2021-05-11T07:27:09.542" v="577" actId="1076"/>
          <ac:picMkLst>
            <pc:docMk/>
            <pc:sldMk cId="805200953" sldId="281"/>
            <ac:picMk id="9" creationId="{C7E783A6-0100-4B9A-AF88-C307A1DC4DE5}"/>
          </ac:picMkLst>
        </pc:picChg>
        <pc:cxnChg chg="add del">
          <ac:chgData name="Sebastian Broers" userId="c3680e268fc62312" providerId="LiveId" clId="{A518450E-7963-48E5-A876-7EDCCC2C7283}" dt="2021-05-11T06:56:48.536" v="512"/>
          <ac:cxnSpMkLst>
            <pc:docMk/>
            <pc:sldMk cId="805200953" sldId="281"/>
            <ac:cxnSpMk id="16" creationId="{20E3A342-4D61-4E3F-AF90-1AB42AEB96CC}"/>
          </ac:cxnSpMkLst>
        </pc:cxnChg>
      </pc:sldChg>
      <pc:sldChg chg="addSp delSp modSp new del mod">
        <pc:chgData name="Sebastian Broers" userId="c3680e268fc62312" providerId="LiveId" clId="{A518450E-7963-48E5-A876-7EDCCC2C7283}" dt="2021-05-11T07:28:49.911" v="582" actId="47"/>
        <pc:sldMkLst>
          <pc:docMk/>
          <pc:sldMk cId="1849596620" sldId="282"/>
        </pc:sldMkLst>
        <pc:spChg chg="add del mod">
          <ac:chgData name="Sebastian Broers" userId="c3680e268fc62312" providerId="LiveId" clId="{A518450E-7963-48E5-A876-7EDCCC2C7283}" dt="2021-05-11T06:59:35.755" v="538" actId="20577"/>
          <ac:spMkLst>
            <pc:docMk/>
            <pc:sldMk cId="1849596620" sldId="282"/>
            <ac:spMk id="6" creationId="{43F0ABF3-A2BF-4FFA-A704-F6A972D63FB9}"/>
          </ac:spMkLst>
        </pc:spChg>
      </pc:sldChg>
      <pc:sldChg chg="add del">
        <pc:chgData name="Sebastian Broers" userId="c3680e268fc62312" providerId="LiveId" clId="{A518450E-7963-48E5-A876-7EDCCC2C7283}" dt="2021-05-11T07:01:28.642" v="551" actId="2890"/>
        <pc:sldMkLst>
          <pc:docMk/>
          <pc:sldMk cId="71397085" sldId="283"/>
        </pc:sldMkLst>
      </pc:sldChg>
      <pc:sldChg chg="addSp delSp modSp add mod setBg">
        <pc:chgData name="Sebastian Broers" userId="c3680e268fc62312" providerId="LiveId" clId="{A518450E-7963-48E5-A876-7EDCCC2C7283}" dt="2021-05-11T08:22:17.789" v="671" actId="122"/>
        <pc:sldMkLst>
          <pc:docMk/>
          <pc:sldMk cId="3408125807" sldId="283"/>
        </pc:sldMkLst>
        <pc:spChg chg="mod ord">
          <ac:chgData name="Sebastian Broers" userId="c3680e268fc62312" providerId="LiveId" clId="{A518450E-7963-48E5-A876-7EDCCC2C7283}" dt="2021-05-11T07:29:28.894" v="589" actId="26606"/>
          <ac:spMkLst>
            <pc:docMk/>
            <pc:sldMk cId="3408125807" sldId="283"/>
            <ac:spMk id="3" creationId="{00000000-0000-0000-0000-000000000000}"/>
          </ac:spMkLst>
        </pc:spChg>
        <pc:spChg chg="mod ord">
          <ac:chgData name="Sebastian Broers" userId="c3680e268fc62312" providerId="LiveId" clId="{A518450E-7963-48E5-A876-7EDCCC2C7283}" dt="2021-05-11T07:29:28.894" v="589" actId="26606"/>
          <ac:spMkLst>
            <pc:docMk/>
            <pc:sldMk cId="3408125807" sldId="283"/>
            <ac:spMk id="5" creationId="{00000000-0000-0000-0000-000000000000}"/>
          </ac:spMkLst>
        </pc:spChg>
        <pc:spChg chg="mod">
          <ac:chgData name="Sebastian Broers" userId="c3680e268fc62312" providerId="LiveId" clId="{A518450E-7963-48E5-A876-7EDCCC2C7283}" dt="2021-05-11T07:29:28.894" v="589" actId="26606"/>
          <ac:spMkLst>
            <pc:docMk/>
            <pc:sldMk cId="3408125807" sldId="283"/>
            <ac:spMk id="8" creationId="{40EABAF9-AFBD-45F0-A303-28005BECD7D3}"/>
          </ac:spMkLst>
        </pc:spChg>
        <pc:spChg chg="mod">
          <ac:chgData name="Sebastian Broers" userId="c3680e268fc62312" providerId="LiveId" clId="{A518450E-7963-48E5-A876-7EDCCC2C7283}" dt="2021-05-11T07:29:28.894" v="589" actId="26606"/>
          <ac:spMkLst>
            <pc:docMk/>
            <pc:sldMk cId="3408125807" sldId="283"/>
            <ac:spMk id="11" creationId="{00000000-0000-0000-0000-000000000000}"/>
          </ac:spMkLst>
        </pc:spChg>
        <pc:spChg chg="add del mod">
          <ac:chgData name="Sebastian Broers" userId="c3680e268fc62312" providerId="LiveId" clId="{A518450E-7963-48E5-A876-7EDCCC2C7283}" dt="2021-05-11T07:31:49.519" v="603" actId="12"/>
          <ac:spMkLst>
            <pc:docMk/>
            <pc:sldMk cId="3408125807" sldId="283"/>
            <ac:spMk id="13" creationId="{00000000-0000-0000-0000-000000000000}"/>
          </ac:spMkLst>
        </pc:spChg>
        <pc:spChg chg="add mod">
          <ac:chgData name="Sebastian Broers" userId="c3680e268fc62312" providerId="LiveId" clId="{A518450E-7963-48E5-A876-7EDCCC2C7283}" dt="2021-05-11T08:12:41.697" v="620" actId="20577"/>
          <ac:spMkLst>
            <pc:docMk/>
            <pc:sldMk cId="3408125807" sldId="283"/>
            <ac:spMk id="14" creationId="{8C6E0533-A928-466A-A566-7BB305C3E38F}"/>
          </ac:spMkLst>
        </pc:spChg>
        <pc:spChg chg="mod">
          <ac:chgData name="Sebastian Broers" userId="c3680e268fc62312" providerId="LiveId" clId="{A518450E-7963-48E5-A876-7EDCCC2C7283}" dt="2021-05-11T08:22:17.789" v="671" actId="122"/>
          <ac:spMkLst>
            <pc:docMk/>
            <pc:sldMk cId="3408125807" sldId="283"/>
            <ac:spMk id="23" creationId="{C2F39D70-C894-4634-ACFF-8716B8EC3D6A}"/>
          </ac:spMkLst>
        </pc:spChg>
        <pc:spChg chg="add del">
          <ac:chgData name="Sebastian Broers" userId="c3680e268fc62312" providerId="LiveId" clId="{A518450E-7963-48E5-A876-7EDCCC2C7283}" dt="2021-05-11T07:29:20.547" v="587" actId="26606"/>
          <ac:spMkLst>
            <pc:docMk/>
            <pc:sldMk cId="3408125807" sldId="283"/>
            <ac:spMk id="28" creationId="{3CD9DF72-87A3-404E-A828-84CBF11A8303}"/>
          </ac:spMkLst>
        </pc:spChg>
        <pc:spChg chg="add del">
          <ac:chgData name="Sebastian Broers" userId="c3680e268fc62312" providerId="LiveId" clId="{A518450E-7963-48E5-A876-7EDCCC2C7283}" dt="2021-05-11T07:29:28.894" v="589" actId="26606"/>
          <ac:spMkLst>
            <pc:docMk/>
            <pc:sldMk cId="3408125807" sldId="283"/>
            <ac:spMk id="32" creationId="{79BB35BC-D5C2-4C8B-A22A-A71E6191913B}"/>
          </ac:spMkLst>
        </pc:spChg>
        <pc:graphicFrameChg chg="add del">
          <ac:chgData name="Sebastian Broers" userId="c3680e268fc62312" providerId="LiveId" clId="{A518450E-7963-48E5-A876-7EDCCC2C7283}" dt="2021-05-11T07:29:36.411" v="591" actId="26606"/>
          <ac:graphicFrameMkLst>
            <pc:docMk/>
            <pc:sldMk cId="3408125807" sldId="283"/>
            <ac:graphicFrameMk id="25" creationId="{0459016C-F75E-4712-9CA6-81C6A6945820}"/>
          </ac:graphicFrameMkLst>
        </pc:graphicFrameChg>
        <pc:picChg chg="mod ord">
          <ac:chgData name="Sebastian Broers" userId="c3680e268fc62312" providerId="LiveId" clId="{A518450E-7963-48E5-A876-7EDCCC2C7283}" dt="2021-05-11T07:29:28.894" v="589" actId="26606"/>
          <ac:picMkLst>
            <pc:docMk/>
            <pc:sldMk cId="3408125807" sldId="283"/>
            <ac:picMk id="9" creationId="{C7E783A6-0100-4B9A-AF88-C307A1DC4DE5}"/>
          </ac:picMkLst>
        </pc:picChg>
        <pc:cxnChg chg="add del">
          <ac:chgData name="Sebastian Broers" userId="c3680e268fc62312" providerId="LiveId" clId="{A518450E-7963-48E5-A876-7EDCCC2C7283}" dt="2021-05-11T07:29:20.547" v="587" actId="26606"/>
          <ac:cxnSpMkLst>
            <pc:docMk/>
            <pc:sldMk cId="3408125807" sldId="283"/>
            <ac:cxnSpMk id="30" creationId="{20E3A342-4D61-4E3F-AF90-1AB42AEB96CC}"/>
          </ac:cxnSpMkLst>
        </pc:cxnChg>
      </pc:sldChg>
      <pc:sldChg chg="addSp modSp add mod">
        <pc:chgData name="Sebastian Broers" userId="c3680e268fc62312" providerId="LiveId" clId="{A518450E-7963-48E5-A876-7EDCCC2C7283}" dt="2021-05-11T08:22:09.482" v="669" actId="1076"/>
        <pc:sldMkLst>
          <pc:docMk/>
          <pc:sldMk cId="4090315109" sldId="284"/>
        </pc:sldMkLst>
        <pc:spChg chg="add mod">
          <ac:chgData name="Sebastian Broers" userId="c3680e268fc62312" providerId="LiveId" clId="{A518450E-7963-48E5-A876-7EDCCC2C7283}" dt="2021-05-11T08:12:46.837" v="627" actId="20577"/>
          <ac:spMkLst>
            <pc:docMk/>
            <pc:sldMk cId="4090315109" sldId="284"/>
            <ac:spMk id="10" creationId="{3BBB3A73-8DD7-47CC-89E6-A3E941E24DE8}"/>
          </ac:spMkLst>
        </pc:spChg>
        <pc:spChg chg="mod">
          <ac:chgData name="Sebastian Broers" userId="c3680e268fc62312" providerId="LiveId" clId="{A518450E-7963-48E5-A876-7EDCCC2C7283}" dt="2021-05-11T08:13:23.516" v="638" actId="12"/>
          <ac:spMkLst>
            <pc:docMk/>
            <pc:sldMk cId="4090315109" sldId="284"/>
            <ac:spMk id="13" creationId="{00000000-0000-0000-0000-000000000000}"/>
          </ac:spMkLst>
        </pc:spChg>
        <pc:spChg chg="mod">
          <ac:chgData name="Sebastian Broers" userId="c3680e268fc62312" providerId="LiveId" clId="{A518450E-7963-48E5-A876-7EDCCC2C7283}" dt="2021-05-11T08:22:09.482" v="669" actId="1076"/>
          <ac:spMkLst>
            <pc:docMk/>
            <pc:sldMk cId="4090315109" sldId="284"/>
            <ac:spMk id="23" creationId="{C2F39D70-C894-4634-ACFF-8716B8EC3D6A}"/>
          </ac:spMkLst>
        </pc:spChg>
        <pc:picChg chg="mod">
          <ac:chgData name="Sebastian Broers" userId="c3680e268fc62312" providerId="LiveId" clId="{A518450E-7963-48E5-A876-7EDCCC2C7283}" dt="2021-05-11T08:17:15.307" v="642" actId="1076"/>
          <ac:picMkLst>
            <pc:docMk/>
            <pc:sldMk cId="4090315109" sldId="284"/>
            <ac:picMk id="9" creationId="{C7E783A6-0100-4B9A-AF88-C307A1DC4DE5}"/>
          </ac:picMkLst>
        </pc:picChg>
      </pc:sldChg>
      <pc:sldChg chg="addSp delSp modSp add mod">
        <pc:chgData name="Sebastian Broers" userId="c3680e268fc62312" providerId="LiveId" clId="{A518450E-7963-48E5-A876-7EDCCC2C7283}" dt="2021-05-11T08:22:32.864" v="673" actId="20577"/>
        <pc:sldMkLst>
          <pc:docMk/>
          <pc:sldMk cId="3144498697" sldId="285"/>
        </pc:sldMkLst>
        <pc:spChg chg="mod">
          <ac:chgData name="Sebastian Broers" userId="c3680e268fc62312" providerId="LiveId" clId="{A518450E-7963-48E5-A876-7EDCCC2C7283}" dt="2021-05-11T08:17:59.293" v="645"/>
          <ac:spMkLst>
            <pc:docMk/>
            <pc:sldMk cId="3144498697" sldId="285"/>
            <ac:spMk id="10" creationId="{3BBB3A73-8DD7-47CC-89E6-A3E941E24DE8}"/>
          </ac:spMkLst>
        </pc:spChg>
        <pc:spChg chg="mod">
          <ac:chgData name="Sebastian Broers" userId="c3680e268fc62312" providerId="LiveId" clId="{A518450E-7963-48E5-A876-7EDCCC2C7283}" dt="2021-05-11T08:22:32.864" v="673" actId="20577"/>
          <ac:spMkLst>
            <pc:docMk/>
            <pc:sldMk cId="3144498697" sldId="285"/>
            <ac:spMk id="13" creationId="{00000000-0000-0000-0000-000000000000}"/>
          </ac:spMkLst>
        </pc:spChg>
        <pc:spChg chg="mod">
          <ac:chgData name="Sebastian Broers" userId="c3680e268fc62312" providerId="LiveId" clId="{A518450E-7963-48E5-A876-7EDCCC2C7283}" dt="2021-05-11T08:20:01.864" v="653" actId="1076"/>
          <ac:spMkLst>
            <pc:docMk/>
            <pc:sldMk cId="3144498697" sldId="285"/>
            <ac:spMk id="23" creationId="{C2F39D70-C894-4634-ACFF-8716B8EC3D6A}"/>
          </ac:spMkLst>
        </pc:spChg>
        <pc:picChg chg="add mod">
          <ac:chgData name="Sebastian Broers" userId="c3680e268fc62312" providerId="LiveId" clId="{A518450E-7963-48E5-A876-7EDCCC2C7283}" dt="2021-05-11T08:19:55.718" v="652" actId="1076"/>
          <ac:picMkLst>
            <pc:docMk/>
            <pc:sldMk cId="3144498697" sldId="285"/>
            <ac:picMk id="4" creationId="{EC973E91-76EF-42D7-BF35-1C8C01E980F6}"/>
          </ac:picMkLst>
        </pc:picChg>
        <pc:picChg chg="del">
          <ac:chgData name="Sebastian Broers" userId="c3680e268fc62312" providerId="LiveId" clId="{A518450E-7963-48E5-A876-7EDCCC2C7283}" dt="2021-05-11T08:19:40.644" v="647" actId="478"/>
          <ac:picMkLst>
            <pc:docMk/>
            <pc:sldMk cId="3144498697" sldId="285"/>
            <ac:picMk id="9" creationId="{C7E783A6-0100-4B9A-AF88-C307A1DC4DE5}"/>
          </ac:picMkLst>
        </pc:picChg>
      </pc:sldChg>
      <pc:sldChg chg="modSp add mod ord">
        <pc:chgData name="Sebastian Broers" userId="c3680e268fc62312" providerId="LiveId" clId="{A518450E-7963-48E5-A876-7EDCCC2C7283}" dt="2021-05-17T09:53:17.100" v="2752" actId="20577"/>
        <pc:sldMkLst>
          <pc:docMk/>
          <pc:sldMk cId="990106119" sldId="286"/>
        </pc:sldMkLst>
        <pc:spChg chg="mod">
          <ac:chgData name="Sebastian Broers" userId="c3680e268fc62312" providerId="LiveId" clId="{A518450E-7963-48E5-A876-7EDCCC2C7283}" dt="2021-05-17T09:53:01.100" v="2744" actId="20577"/>
          <ac:spMkLst>
            <pc:docMk/>
            <pc:sldMk cId="990106119" sldId="286"/>
            <ac:spMk id="8" creationId="{00000000-0000-0000-0000-000000000000}"/>
          </ac:spMkLst>
        </pc:spChg>
        <pc:spChg chg="mod">
          <ac:chgData name="Sebastian Broers" userId="c3680e268fc62312" providerId="LiveId" clId="{A518450E-7963-48E5-A876-7EDCCC2C7283}" dt="2021-05-17T09:53:17.100" v="2752" actId="20577"/>
          <ac:spMkLst>
            <pc:docMk/>
            <pc:sldMk cId="990106119" sldId="286"/>
            <ac:spMk id="9" creationId="{00000000-0000-0000-0000-000000000000}"/>
          </ac:spMkLst>
        </pc:spChg>
        <pc:spChg chg="mod">
          <ac:chgData name="Sebastian Broers" userId="c3680e268fc62312" providerId="LiveId" clId="{A518450E-7963-48E5-A876-7EDCCC2C7283}" dt="2021-05-11T08:27:36.994" v="686" actId="20577"/>
          <ac:spMkLst>
            <pc:docMk/>
            <pc:sldMk cId="990106119" sldId="286"/>
            <ac:spMk id="10" creationId="{00000000-0000-0000-0000-000000000000}"/>
          </ac:spMkLst>
        </pc:spChg>
      </pc:sldChg>
      <pc:sldChg chg="addSp delSp modSp add mod ord chgLayout">
        <pc:chgData name="Sebastian Broers" userId="c3680e268fc62312" providerId="LiveId" clId="{A518450E-7963-48E5-A876-7EDCCC2C7283}" dt="2021-05-17T09:54:52.950" v="2776" actId="20577"/>
        <pc:sldMkLst>
          <pc:docMk/>
          <pc:sldMk cId="3173125363" sldId="287"/>
        </pc:sldMkLst>
        <pc:spChg chg="add del mod">
          <ac:chgData name="Sebastian Broers" userId="c3680e268fc62312" providerId="LiveId" clId="{A518450E-7963-48E5-A876-7EDCCC2C7283}" dt="2021-05-17T06:34:22.298" v="964" actId="6264"/>
          <ac:spMkLst>
            <pc:docMk/>
            <pc:sldMk cId="3173125363" sldId="287"/>
            <ac:spMk id="2" creationId="{A91B7754-FA77-4719-BB30-BE917EE38C1A}"/>
          </ac:spMkLst>
        </pc:spChg>
        <pc:spChg chg="mod ord">
          <ac:chgData name="Sebastian Broers" userId="c3680e268fc62312" providerId="LiveId" clId="{A518450E-7963-48E5-A876-7EDCCC2C7283}" dt="2021-05-17T06:34:22.298" v="964" actId="6264"/>
          <ac:spMkLst>
            <pc:docMk/>
            <pc:sldMk cId="3173125363" sldId="287"/>
            <ac:spMk id="3" creationId="{00000000-0000-0000-0000-000000000000}"/>
          </ac:spMkLst>
        </pc:spChg>
        <pc:spChg chg="mod ord">
          <ac:chgData name="Sebastian Broers" userId="c3680e268fc62312" providerId="LiveId" clId="{A518450E-7963-48E5-A876-7EDCCC2C7283}" dt="2021-05-17T06:34:22.298" v="964" actId="6264"/>
          <ac:spMkLst>
            <pc:docMk/>
            <pc:sldMk cId="3173125363" sldId="287"/>
            <ac:spMk id="5" creationId="{00000000-0000-0000-0000-000000000000}"/>
          </ac:spMkLst>
        </pc:spChg>
        <pc:spChg chg="add del mod">
          <ac:chgData name="Sebastian Broers" userId="c3680e268fc62312" providerId="LiveId" clId="{A518450E-7963-48E5-A876-7EDCCC2C7283}" dt="2021-05-17T06:34:22.298" v="964" actId="6264"/>
          <ac:spMkLst>
            <pc:docMk/>
            <pc:sldMk cId="3173125363" sldId="287"/>
            <ac:spMk id="6" creationId="{2B7548D3-C33F-4F0E-B0DE-332A68A1ED55}"/>
          </ac:spMkLst>
        </pc:spChg>
        <pc:spChg chg="add del mod">
          <ac:chgData name="Sebastian Broers" userId="c3680e268fc62312" providerId="LiveId" clId="{A518450E-7963-48E5-A876-7EDCCC2C7283}" dt="2021-05-17T06:34:22.298" v="964" actId="6264"/>
          <ac:spMkLst>
            <pc:docMk/>
            <pc:sldMk cId="3173125363" sldId="287"/>
            <ac:spMk id="7" creationId="{8BBDDEB6-726A-423E-A789-A161DF653A98}"/>
          </ac:spMkLst>
        </pc:spChg>
        <pc:spChg chg="mod ord">
          <ac:chgData name="Sebastian Broers" userId="c3680e268fc62312" providerId="LiveId" clId="{A518450E-7963-48E5-A876-7EDCCC2C7283}" dt="2021-05-17T06:34:22.298" v="964" actId="6264"/>
          <ac:spMkLst>
            <pc:docMk/>
            <pc:sldMk cId="3173125363" sldId="287"/>
            <ac:spMk id="8" creationId="{40EABAF9-AFBD-45F0-A303-28005BECD7D3}"/>
          </ac:spMkLst>
        </pc:spChg>
        <pc:spChg chg="add del mod">
          <ac:chgData name="Sebastian Broers" userId="c3680e268fc62312" providerId="LiveId" clId="{A518450E-7963-48E5-A876-7EDCCC2C7283}" dt="2021-05-17T06:34:22.298" v="964" actId="6264"/>
          <ac:spMkLst>
            <pc:docMk/>
            <pc:sldMk cId="3173125363" sldId="287"/>
            <ac:spMk id="9" creationId="{B7C904A2-E68D-493A-942D-9C6CC1247155}"/>
          </ac:spMkLst>
        </pc:spChg>
        <pc:spChg chg="mod ord">
          <ac:chgData name="Sebastian Broers" userId="c3680e268fc62312" providerId="LiveId" clId="{A518450E-7963-48E5-A876-7EDCCC2C7283}" dt="2021-05-17T09:54:52.950" v="2776" actId="20577"/>
          <ac:spMkLst>
            <pc:docMk/>
            <pc:sldMk cId="3173125363" sldId="287"/>
            <ac:spMk id="10" creationId="{3BBB3A73-8DD7-47CC-89E6-A3E941E24DE8}"/>
          </ac:spMkLst>
        </pc:spChg>
        <pc:spChg chg="mod ord">
          <ac:chgData name="Sebastian Broers" userId="c3680e268fc62312" providerId="LiveId" clId="{A518450E-7963-48E5-A876-7EDCCC2C7283}" dt="2021-05-17T09:53:25.727" v="2753" actId="20577"/>
          <ac:spMkLst>
            <pc:docMk/>
            <pc:sldMk cId="3173125363" sldId="287"/>
            <ac:spMk id="11" creationId="{00000000-0000-0000-0000-000000000000}"/>
          </ac:spMkLst>
        </pc:spChg>
        <pc:spChg chg="add del mod">
          <ac:chgData name="Sebastian Broers" userId="c3680e268fc62312" providerId="LiveId" clId="{A518450E-7963-48E5-A876-7EDCCC2C7283}" dt="2021-05-17T06:34:22.298" v="964" actId="6264"/>
          <ac:spMkLst>
            <pc:docMk/>
            <pc:sldMk cId="3173125363" sldId="287"/>
            <ac:spMk id="12" creationId="{43D57F76-3DD8-4EDB-86E1-F46912298EE3}"/>
          </ac:spMkLst>
        </pc:spChg>
        <pc:spChg chg="mod ord">
          <ac:chgData name="Sebastian Broers" userId="c3680e268fc62312" providerId="LiveId" clId="{A518450E-7963-48E5-A876-7EDCCC2C7283}" dt="2021-05-17T06:35:27.437" v="981" actId="20577"/>
          <ac:spMkLst>
            <pc:docMk/>
            <pc:sldMk cId="3173125363" sldId="287"/>
            <ac:spMk id="13" creationId="{00000000-0000-0000-0000-000000000000}"/>
          </ac:spMkLst>
        </pc:spChg>
        <pc:spChg chg="add del mod">
          <ac:chgData name="Sebastian Broers" userId="c3680e268fc62312" providerId="LiveId" clId="{A518450E-7963-48E5-A876-7EDCCC2C7283}" dt="2021-05-17T06:34:22.298" v="964" actId="6264"/>
          <ac:spMkLst>
            <pc:docMk/>
            <pc:sldMk cId="3173125363" sldId="287"/>
            <ac:spMk id="14" creationId="{9711BF0E-CCA9-4B15-8448-5E79BEA02412}"/>
          </ac:spMkLst>
        </pc:spChg>
        <pc:spChg chg="del">
          <ac:chgData name="Sebastian Broers" userId="c3680e268fc62312" providerId="LiveId" clId="{A518450E-7963-48E5-A876-7EDCCC2C7283}" dt="2021-05-17T06:34:19.049" v="963" actId="478"/>
          <ac:spMkLst>
            <pc:docMk/>
            <pc:sldMk cId="3173125363" sldId="287"/>
            <ac:spMk id="23" creationId="{C2F39D70-C894-4634-ACFF-8716B8EC3D6A}"/>
          </ac:spMkLst>
        </pc:spChg>
        <pc:picChg chg="del">
          <ac:chgData name="Sebastian Broers" userId="c3680e268fc62312" providerId="LiveId" clId="{A518450E-7963-48E5-A876-7EDCCC2C7283}" dt="2021-05-17T06:34:17.923" v="962" actId="478"/>
          <ac:picMkLst>
            <pc:docMk/>
            <pc:sldMk cId="3173125363" sldId="287"/>
            <ac:picMk id="4" creationId="{EC973E91-76EF-42D7-BF35-1C8C01E980F6}"/>
          </ac:picMkLst>
        </pc:picChg>
      </pc:sldChg>
      <pc:sldChg chg="addSp delSp modSp add mod chgLayout">
        <pc:chgData name="Sebastian Broers" userId="c3680e268fc62312" providerId="LiveId" clId="{A518450E-7963-48E5-A876-7EDCCC2C7283}" dt="2021-05-17T09:54:49.459" v="2775" actId="20577"/>
        <pc:sldMkLst>
          <pc:docMk/>
          <pc:sldMk cId="3871280409" sldId="288"/>
        </pc:sldMkLst>
        <pc:spChg chg="add del mod">
          <ac:chgData name="Sebastian Broers" userId="c3680e268fc62312" providerId="LiveId" clId="{A518450E-7963-48E5-A876-7EDCCC2C7283}" dt="2021-05-17T06:35:44.659" v="983" actId="6264"/>
          <ac:spMkLst>
            <pc:docMk/>
            <pc:sldMk cId="3871280409" sldId="288"/>
            <ac:spMk id="2" creationId="{BCAAABC0-6E68-412A-A783-19ADEE10109F}"/>
          </ac:spMkLst>
        </pc:spChg>
        <pc:spChg chg="mod ord">
          <ac:chgData name="Sebastian Broers" userId="c3680e268fc62312" providerId="LiveId" clId="{A518450E-7963-48E5-A876-7EDCCC2C7283}" dt="2021-05-17T06:35:44.659" v="983" actId="6264"/>
          <ac:spMkLst>
            <pc:docMk/>
            <pc:sldMk cId="3871280409" sldId="288"/>
            <ac:spMk id="3" creationId="{00000000-0000-0000-0000-000000000000}"/>
          </ac:spMkLst>
        </pc:spChg>
        <pc:spChg chg="add del mod">
          <ac:chgData name="Sebastian Broers" userId="c3680e268fc62312" providerId="LiveId" clId="{A518450E-7963-48E5-A876-7EDCCC2C7283}" dt="2021-05-17T06:35:44.659" v="983" actId="6264"/>
          <ac:spMkLst>
            <pc:docMk/>
            <pc:sldMk cId="3871280409" sldId="288"/>
            <ac:spMk id="4" creationId="{B79D0FA8-A201-4C76-ADF7-06F4733D7F90}"/>
          </ac:spMkLst>
        </pc:spChg>
        <pc:spChg chg="mod ord">
          <ac:chgData name="Sebastian Broers" userId="c3680e268fc62312" providerId="LiveId" clId="{A518450E-7963-48E5-A876-7EDCCC2C7283}" dt="2021-05-17T06:35:44.659" v="983" actId="6264"/>
          <ac:spMkLst>
            <pc:docMk/>
            <pc:sldMk cId="3871280409" sldId="288"/>
            <ac:spMk id="5" creationId="{00000000-0000-0000-0000-000000000000}"/>
          </ac:spMkLst>
        </pc:spChg>
        <pc:spChg chg="add del mod">
          <ac:chgData name="Sebastian Broers" userId="c3680e268fc62312" providerId="LiveId" clId="{A518450E-7963-48E5-A876-7EDCCC2C7283}" dt="2021-05-17T06:35:44.659" v="983" actId="6264"/>
          <ac:spMkLst>
            <pc:docMk/>
            <pc:sldMk cId="3871280409" sldId="288"/>
            <ac:spMk id="6" creationId="{3C2FD420-FF11-47F8-9DD4-5D6163D714AC}"/>
          </ac:spMkLst>
        </pc:spChg>
        <pc:spChg chg="add del mod">
          <ac:chgData name="Sebastian Broers" userId="c3680e268fc62312" providerId="LiveId" clId="{A518450E-7963-48E5-A876-7EDCCC2C7283}" dt="2021-05-17T06:35:44.659" v="983" actId="6264"/>
          <ac:spMkLst>
            <pc:docMk/>
            <pc:sldMk cId="3871280409" sldId="288"/>
            <ac:spMk id="7" creationId="{BB087A44-8C92-46F6-9CCB-329A2AE4D444}"/>
          </ac:spMkLst>
        </pc:spChg>
        <pc:spChg chg="mod ord">
          <ac:chgData name="Sebastian Broers" userId="c3680e268fc62312" providerId="LiveId" clId="{A518450E-7963-48E5-A876-7EDCCC2C7283}" dt="2021-05-17T06:35:44.659" v="983" actId="6264"/>
          <ac:spMkLst>
            <pc:docMk/>
            <pc:sldMk cId="3871280409" sldId="288"/>
            <ac:spMk id="8" creationId="{40EABAF9-AFBD-45F0-A303-28005BECD7D3}"/>
          </ac:spMkLst>
        </pc:spChg>
        <pc:spChg chg="add del mod">
          <ac:chgData name="Sebastian Broers" userId="c3680e268fc62312" providerId="LiveId" clId="{A518450E-7963-48E5-A876-7EDCCC2C7283}" dt="2021-05-17T06:35:44.659" v="983" actId="6264"/>
          <ac:spMkLst>
            <pc:docMk/>
            <pc:sldMk cId="3871280409" sldId="288"/>
            <ac:spMk id="9" creationId="{C53AF344-FB68-448D-A692-87FAC1E93A4C}"/>
          </ac:spMkLst>
        </pc:spChg>
        <pc:spChg chg="mod ord">
          <ac:chgData name="Sebastian Broers" userId="c3680e268fc62312" providerId="LiveId" clId="{A518450E-7963-48E5-A876-7EDCCC2C7283}" dt="2021-05-17T09:54:49.459" v="2775" actId="20577"/>
          <ac:spMkLst>
            <pc:docMk/>
            <pc:sldMk cId="3871280409" sldId="288"/>
            <ac:spMk id="10" creationId="{3BBB3A73-8DD7-47CC-89E6-A3E941E24DE8}"/>
          </ac:spMkLst>
        </pc:spChg>
        <pc:spChg chg="mod ord">
          <ac:chgData name="Sebastian Broers" userId="c3680e268fc62312" providerId="LiveId" clId="{A518450E-7963-48E5-A876-7EDCCC2C7283}" dt="2021-05-17T09:53:34.713" v="2754" actId="20577"/>
          <ac:spMkLst>
            <pc:docMk/>
            <pc:sldMk cId="3871280409" sldId="288"/>
            <ac:spMk id="11" creationId="{00000000-0000-0000-0000-000000000000}"/>
          </ac:spMkLst>
        </pc:spChg>
        <pc:spChg chg="add del mod">
          <ac:chgData name="Sebastian Broers" userId="c3680e268fc62312" providerId="LiveId" clId="{A518450E-7963-48E5-A876-7EDCCC2C7283}" dt="2021-05-17T06:35:44.659" v="983" actId="6264"/>
          <ac:spMkLst>
            <pc:docMk/>
            <pc:sldMk cId="3871280409" sldId="288"/>
            <ac:spMk id="12" creationId="{F2D714DD-E47D-4F85-9EF5-1A1976E71424}"/>
          </ac:spMkLst>
        </pc:spChg>
        <pc:spChg chg="mod ord">
          <ac:chgData name="Sebastian Broers" userId="c3680e268fc62312" providerId="LiveId" clId="{A518450E-7963-48E5-A876-7EDCCC2C7283}" dt="2021-05-17T07:49:16.607" v="1160" actId="20577"/>
          <ac:spMkLst>
            <pc:docMk/>
            <pc:sldMk cId="3871280409" sldId="288"/>
            <ac:spMk id="13" creationId="{00000000-0000-0000-0000-000000000000}"/>
          </ac:spMkLst>
        </pc:spChg>
      </pc:sldChg>
      <pc:sldChg chg="modSp add mod">
        <pc:chgData name="Sebastian Broers" userId="c3680e268fc62312" providerId="LiveId" clId="{A518450E-7963-48E5-A876-7EDCCC2C7283}" dt="2021-05-17T09:54:46.437" v="2774" actId="20577"/>
        <pc:sldMkLst>
          <pc:docMk/>
          <pc:sldMk cId="2465254520" sldId="289"/>
        </pc:sldMkLst>
        <pc:spChg chg="mod">
          <ac:chgData name="Sebastian Broers" userId="c3680e268fc62312" providerId="LiveId" clId="{A518450E-7963-48E5-A876-7EDCCC2C7283}" dt="2021-05-17T09:54:46.437" v="2774" actId="20577"/>
          <ac:spMkLst>
            <pc:docMk/>
            <pc:sldMk cId="2465254520" sldId="289"/>
            <ac:spMk id="10" creationId="{3BBB3A73-8DD7-47CC-89E6-A3E941E24DE8}"/>
          </ac:spMkLst>
        </pc:spChg>
        <pc:spChg chg="mod">
          <ac:chgData name="Sebastian Broers" userId="c3680e268fc62312" providerId="LiveId" clId="{A518450E-7963-48E5-A876-7EDCCC2C7283}" dt="2021-05-17T09:53:37.803" v="2755" actId="20577"/>
          <ac:spMkLst>
            <pc:docMk/>
            <pc:sldMk cId="2465254520" sldId="289"/>
            <ac:spMk id="11" creationId="{00000000-0000-0000-0000-000000000000}"/>
          </ac:spMkLst>
        </pc:spChg>
        <pc:spChg chg="mod">
          <ac:chgData name="Sebastian Broers" userId="c3680e268fc62312" providerId="LiveId" clId="{A518450E-7963-48E5-A876-7EDCCC2C7283}" dt="2021-05-17T07:57:03.045" v="1397"/>
          <ac:spMkLst>
            <pc:docMk/>
            <pc:sldMk cId="2465254520" sldId="289"/>
            <ac:spMk id="13" creationId="{00000000-0000-0000-0000-000000000000}"/>
          </ac:spMkLst>
        </pc:spChg>
      </pc:sldChg>
      <pc:sldChg chg="modSp add mod">
        <pc:chgData name="Sebastian Broers" userId="c3680e268fc62312" providerId="LiveId" clId="{A518450E-7963-48E5-A876-7EDCCC2C7283}" dt="2021-05-17T09:54:42.474" v="2773" actId="20577"/>
        <pc:sldMkLst>
          <pc:docMk/>
          <pc:sldMk cId="814792160" sldId="290"/>
        </pc:sldMkLst>
        <pc:spChg chg="mod">
          <ac:chgData name="Sebastian Broers" userId="c3680e268fc62312" providerId="LiveId" clId="{A518450E-7963-48E5-A876-7EDCCC2C7283}" dt="2021-05-17T09:54:42.474" v="2773" actId="20577"/>
          <ac:spMkLst>
            <pc:docMk/>
            <pc:sldMk cId="814792160" sldId="290"/>
            <ac:spMk id="10" creationId="{3BBB3A73-8DD7-47CC-89E6-A3E941E24DE8}"/>
          </ac:spMkLst>
        </pc:spChg>
        <pc:spChg chg="mod">
          <ac:chgData name="Sebastian Broers" userId="c3680e268fc62312" providerId="LiveId" clId="{A518450E-7963-48E5-A876-7EDCCC2C7283}" dt="2021-05-17T09:53:41.130" v="2756" actId="20577"/>
          <ac:spMkLst>
            <pc:docMk/>
            <pc:sldMk cId="814792160" sldId="290"/>
            <ac:spMk id="11" creationId="{00000000-0000-0000-0000-000000000000}"/>
          </ac:spMkLst>
        </pc:spChg>
        <pc:spChg chg="mod">
          <ac:chgData name="Sebastian Broers" userId="c3680e268fc62312" providerId="LiveId" clId="{A518450E-7963-48E5-A876-7EDCCC2C7283}" dt="2021-05-17T09:52:28.159" v="2743" actId="20577"/>
          <ac:spMkLst>
            <pc:docMk/>
            <pc:sldMk cId="814792160" sldId="290"/>
            <ac:spMk id="13" creationId="{00000000-0000-0000-0000-000000000000}"/>
          </ac:spMkLst>
        </pc:spChg>
      </pc:sldChg>
      <pc:sldChg chg="addSp modSp add del mod">
        <pc:chgData name="Sebastian Broers" userId="c3680e268fc62312" providerId="LiveId" clId="{A518450E-7963-48E5-A876-7EDCCC2C7283}" dt="2021-05-17T09:09:58.925" v="2157" actId="47"/>
        <pc:sldMkLst>
          <pc:docMk/>
          <pc:sldMk cId="2104796245" sldId="291"/>
        </pc:sldMkLst>
        <pc:spChg chg="add mod">
          <ac:chgData name="Sebastian Broers" userId="c3680e268fc62312" providerId="LiveId" clId="{A518450E-7963-48E5-A876-7EDCCC2C7283}" dt="2021-05-17T08:08:59.241" v="1684" actId="1076"/>
          <ac:spMkLst>
            <pc:docMk/>
            <pc:sldMk cId="2104796245" sldId="291"/>
            <ac:spMk id="12" creationId="{58D43445-E51F-422E-A90D-A069AD4862DE}"/>
          </ac:spMkLst>
        </pc:spChg>
        <pc:spChg chg="mod">
          <ac:chgData name="Sebastian Broers" userId="c3680e268fc62312" providerId="LiveId" clId="{A518450E-7963-48E5-A876-7EDCCC2C7283}" dt="2021-05-17T08:08:31.350" v="1675" actId="14100"/>
          <ac:spMkLst>
            <pc:docMk/>
            <pc:sldMk cId="2104796245" sldId="291"/>
            <ac:spMk id="13" creationId="{00000000-0000-0000-0000-000000000000}"/>
          </ac:spMkLst>
        </pc:spChg>
        <pc:picChg chg="add mod">
          <ac:chgData name="Sebastian Broers" userId="c3680e268fc62312" providerId="LiveId" clId="{A518450E-7963-48E5-A876-7EDCCC2C7283}" dt="2021-05-17T08:08:50.980" v="1682" actId="1076"/>
          <ac:picMkLst>
            <pc:docMk/>
            <pc:sldMk cId="2104796245" sldId="291"/>
            <ac:picMk id="4" creationId="{1A6DA2E4-474D-4C97-A1A2-1260E1836CB4}"/>
          </ac:picMkLst>
        </pc:picChg>
      </pc:sldChg>
      <pc:sldChg chg="addSp">
        <pc:chgData name="Sebastian Broers" userId="c3680e268fc62312" providerId="LiveId" clId="{A518450E-7963-48E5-A876-7EDCCC2C7283}" dt="2021-05-17T08:08:40.665" v="1676"/>
        <pc:sldMkLst>
          <pc:docMk/>
          <pc:sldMk cId="2848698055" sldId="291"/>
        </pc:sldMkLst>
        <pc:picChg chg="add">
          <ac:chgData name="Sebastian Broers" userId="c3680e268fc62312" providerId="LiveId" clId="{A518450E-7963-48E5-A876-7EDCCC2C7283}" dt="2021-05-17T08:08:40.665" v="1676"/>
          <ac:picMkLst>
            <pc:docMk/>
            <pc:sldMk cId="2848698055" sldId="291"/>
            <ac:picMk id="1026" creationId="{915B1FC9-6637-4AA1-88A6-39E14E3996B0}"/>
          </ac:picMkLst>
        </pc:picChg>
      </pc:sldChg>
      <pc:sldChg chg="addSp">
        <pc:chgData name="Sebastian Broers" userId="c3680e268fc62312" providerId="LiveId" clId="{A518450E-7963-48E5-A876-7EDCCC2C7283}" dt="2021-05-17T08:58:44.695" v="1982"/>
        <pc:sldMkLst>
          <pc:docMk/>
          <pc:sldMk cId="1079550271" sldId="292"/>
        </pc:sldMkLst>
        <pc:picChg chg="add">
          <ac:chgData name="Sebastian Broers" userId="c3680e268fc62312" providerId="LiveId" clId="{A518450E-7963-48E5-A876-7EDCCC2C7283}" dt="2021-05-17T08:58:44.695" v="1982"/>
          <ac:picMkLst>
            <pc:docMk/>
            <pc:sldMk cId="1079550271" sldId="292"/>
            <ac:picMk id="2050" creationId="{D54FCDEB-EAE5-4C66-AB62-E18B2CE69E36}"/>
          </ac:picMkLst>
        </pc:picChg>
      </pc:sldChg>
      <pc:sldChg chg="addSp delSp modSp add del mod">
        <pc:chgData name="Sebastian Broers" userId="c3680e268fc62312" providerId="LiveId" clId="{A518450E-7963-48E5-A876-7EDCCC2C7283}" dt="2021-05-17T09:54:39.393" v="2772" actId="20577"/>
        <pc:sldMkLst>
          <pc:docMk/>
          <pc:sldMk cId="3333813042" sldId="292"/>
        </pc:sldMkLst>
        <pc:spChg chg="mod">
          <ac:chgData name="Sebastian Broers" userId="c3680e268fc62312" providerId="LiveId" clId="{A518450E-7963-48E5-A876-7EDCCC2C7283}" dt="2021-05-17T09:54:39.393" v="2772" actId="20577"/>
          <ac:spMkLst>
            <pc:docMk/>
            <pc:sldMk cId="3333813042" sldId="292"/>
            <ac:spMk id="10" creationId="{3BBB3A73-8DD7-47CC-89E6-A3E941E24DE8}"/>
          </ac:spMkLst>
        </pc:spChg>
        <pc:spChg chg="mod">
          <ac:chgData name="Sebastian Broers" userId="c3680e268fc62312" providerId="LiveId" clId="{A518450E-7963-48E5-A876-7EDCCC2C7283}" dt="2021-05-17T09:53:45.934" v="2757" actId="20577"/>
          <ac:spMkLst>
            <pc:docMk/>
            <pc:sldMk cId="3333813042" sldId="292"/>
            <ac:spMk id="11" creationId="{00000000-0000-0000-0000-000000000000}"/>
          </ac:spMkLst>
        </pc:spChg>
        <pc:spChg chg="add mod">
          <ac:chgData name="Sebastian Broers" userId="c3680e268fc62312" providerId="LiveId" clId="{A518450E-7963-48E5-A876-7EDCCC2C7283}" dt="2021-05-17T09:01:08.595" v="2030" actId="122"/>
          <ac:spMkLst>
            <pc:docMk/>
            <pc:sldMk cId="3333813042" sldId="292"/>
            <ac:spMk id="12" creationId="{239EE71F-C28D-4FCA-AC04-44BF2E8A3AAD}"/>
          </ac:spMkLst>
        </pc:spChg>
        <pc:spChg chg="mod">
          <ac:chgData name="Sebastian Broers" userId="c3680e268fc62312" providerId="LiveId" clId="{A518450E-7963-48E5-A876-7EDCCC2C7283}" dt="2021-05-17T09:53:54.929" v="2762" actId="6549"/>
          <ac:spMkLst>
            <pc:docMk/>
            <pc:sldMk cId="3333813042" sldId="292"/>
            <ac:spMk id="13" creationId="{00000000-0000-0000-0000-000000000000}"/>
          </ac:spMkLst>
        </pc:spChg>
        <pc:picChg chg="add mod">
          <ac:chgData name="Sebastian Broers" userId="c3680e268fc62312" providerId="LiveId" clId="{A518450E-7963-48E5-A876-7EDCCC2C7283}" dt="2021-05-17T09:00:50.806" v="2024" actId="1076"/>
          <ac:picMkLst>
            <pc:docMk/>
            <pc:sldMk cId="3333813042" sldId="292"/>
            <ac:picMk id="9" creationId="{92554F74-6679-4F72-817F-B247FD42204C}"/>
          </ac:picMkLst>
        </pc:picChg>
        <pc:picChg chg="del mod">
          <ac:chgData name="Sebastian Broers" userId="c3680e268fc62312" providerId="LiveId" clId="{A518450E-7963-48E5-A876-7EDCCC2C7283}" dt="2021-05-17T08:58:50.354" v="1986" actId="21"/>
          <ac:picMkLst>
            <pc:docMk/>
            <pc:sldMk cId="3333813042" sldId="292"/>
            <ac:picMk id="2050" creationId="{D54FCDEB-EAE5-4C66-AB62-E18B2CE69E36}"/>
          </ac:picMkLst>
        </pc:picChg>
      </pc:sldChg>
      <pc:sldChg chg="modSp add mod ord">
        <pc:chgData name="Sebastian Broers" userId="c3680e268fc62312" providerId="LiveId" clId="{A518450E-7963-48E5-A876-7EDCCC2C7283}" dt="2021-05-17T09:54:27.692" v="2769" actId="20577"/>
        <pc:sldMkLst>
          <pc:docMk/>
          <pc:sldMk cId="650064233" sldId="293"/>
        </pc:sldMkLst>
        <pc:spChg chg="mod">
          <ac:chgData name="Sebastian Broers" userId="c3680e268fc62312" providerId="LiveId" clId="{A518450E-7963-48E5-A876-7EDCCC2C7283}" dt="2021-05-17T09:54:27.692" v="2769" actId="20577"/>
          <ac:spMkLst>
            <pc:docMk/>
            <pc:sldMk cId="650064233" sldId="293"/>
            <ac:spMk id="10" creationId="{3BBB3A73-8DD7-47CC-89E6-A3E941E24DE8}"/>
          </ac:spMkLst>
        </pc:spChg>
        <pc:spChg chg="mod">
          <ac:chgData name="Sebastian Broers" userId="c3680e268fc62312" providerId="LiveId" clId="{A518450E-7963-48E5-A876-7EDCCC2C7283}" dt="2021-05-17T09:54:08.557" v="2765" actId="20577"/>
          <ac:spMkLst>
            <pc:docMk/>
            <pc:sldMk cId="650064233" sldId="293"/>
            <ac:spMk id="11" creationId="{00000000-0000-0000-0000-000000000000}"/>
          </ac:spMkLst>
        </pc:spChg>
        <pc:spChg chg="mod">
          <ac:chgData name="Sebastian Broers" userId="c3680e268fc62312" providerId="LiveId" clId="{A518450E-7963-48E5-A876-7EDCCC2C7283}" dt="2021-05-17T09:20:27.892" v="2276" actId="20577"/>
          <ac:spMkLst>
            <pc:docMk/>
            <pc:sldMk cId="650064233" sldId="293"/>
            <ac:spMk id="13" creationId="{00000000-0000-0000-0000-000000000000}"/>
          </ac:spMkLst>
        </pc:spChg>
      </pc:sldChg>
      <pc:sldChg chg="del">
        <pc:chgData name="Sebastian Broers" userId="c3680e268fc62312" providerId="LiveId" clId="{A518450E-7963-48E5-A876-7EDCCC2C7283}" dt="2021-05-11T05:53:56.201" v="21" actId="47"/>
        <pc:sldMkLst>
          <pc:docMk/>
          <pc:sldMk cId="1873272773" sldId="294"/>
        </pc:sldMkLst>
      </pc:sldChg>
      <pc:sldChg chg="modSp add del mod ord">
        <pc:chgData name="Sebastian Broers" userId="c3680e268fc62312" providerId="LiveId" clId="{A518450E-7963-48E5-A876-7EDCCC2C7283}" dt="2021-05-17T09:19:41.706" v="2259" actId="47"/>
        <pc:sldMkLst>
          <pc:docMk/>
          <pc:sldMk cId="3187357335" sldId="294"/>
        </pc:sldMkLst>
        <pc:spChg chg="mod">
          <ac:chgData name="Sebastian Broers" userId="c3680e268fc62312" providerId="LiveId" clId="{A518450E-7963-48E5-A876-7EDCCC2C7283}" dt="2021-05-17T08:19:01.539" v="1701" actId="27636"/>
          <ac:spMkLst>
            <pc:docMk/>
            <pc:sldMk cId="3187357335" sldId="294"/>
            <ac:spMk id="13" creationId="{00000000-0000-0000-0000-000000000000}"/>
          </ac:spMkLst>
        </pc:spChg>
      </pc:sldChg>
      <pc:sldChg chg="modSp add mod">
        <pc:chgData name="Sebastian Broers" userId="c3680e268fc62312" providerId="LiveId" clId="{A518450E-7963-48E5-A876-7EDCCC2C7283}" dt="2021-05-17T09:54:14.085" v="2766" actId="20577"/>
        <pc:sldMkLst>
          <pc:docMk/>
          <pc:sldMk cId="456194061" sldId="295"/>
        </pc:sldMkLst>
        <pc:spChg chg="mod">
          <ac:chgData name="Sebastian Broers" userId="c3680e268fc62312" providerId="LiveId" clId="{A518450E-7963-48E5-A876-7EDCCC2C7283}" dt="2021-05-17T09:54:14.085" v="2766" actId="20577"/>
          <ac:spMkLst>
            <pc:docMk/>
            <pc:sldMk cId="456194061" sldId="295"/>
            <ac:spMk id="11" creationId="{00000000-0000-0000-0000-000000000000}"/>
          </ac:spMkLst>
        </pc:spChg>
        <pc:spChg chg="mod">
          <ac:chgData name="Sebastian Broers" userId="c3680e268fc62312" providerId="LiveId" clId="{A518450E-7963-48E5-A876-7EDCCC2C7283}" dt="2021-05-17T09:27:59.465" v="2685" actId="20577"/>
          <ac:spMkLst>
            <pc:docMk/>
            <pc:sldMk cId="456194061" sldId="295"/>
            <ac:spMk id="13" creationId="{00000000-0000-0000-0000-000000000000}"/>
          </ac:spMkLst>
        </pc:spChg>
      </pc:sldChg>
      <pc:sldChg chg="del">
        <pc:chgData name="Sebastian Broers" userId="c3680e268fc62312" providerId="LiveId" clId="{A518450E-7963-48E5-A876-7EDCCC2C7283}" dt="2021-05-11T05:53:55.837" v="20" actId="47"/>
        <pc:sldMkLst>
          <pc:docMk/>
          <pc:sldMk cId="4003188211" sldId="295"/>
        </pc:sldMkLst>
      </pc:sldChg>
      <pc:sldChg chg="del">
        <pc:chgData name="Sebastian Broers" userId="c3680e268fc62312" providerId="LiveId" clId="{A518450E-7963-48E5-A876-7EDCCC2C7283}" dt="2021-05-11T05:53:55.169" v="18" actId="47"/>
        <pc:sldMkLst>
          <pc:docMk/>
          <pc:sldMk cId="1413641570" sldId="296"/>
        </pc:sldMkLst>
      </pc:sldChg>
      <pc:sldChg chg="addSp delSp modSp add mod ord">
        <pc:chgData name="Sebastian Broers" userId="c3680e268fc62312" providerId="LiveId" clId="{A518450E-7963-48E5-A876-7EDCCC2C7283}" dt="2021-05-17T11:42:39.006" v="3014" actId="14100"/>
        <pc:sldMkLst>
          <pc:docMk/>
          <pc:sldMk cId="2241801182" sldId="296"/>
        </pc:sldMkLst>
        <pc:spChg chg="add del mod">
          <ac:chgData name="Sebastian Broers" userId="c3680e268fc62312" providerId="LiveId" clId="{A518450E-7963-48E5-A876-7EDCCC2C7283}" dt="2021-05-17T11:29:23.294" v="2960"/>
          <ac:spMkLst>
            <pc:docMk/>
            <pc:sldMk cId="2241801182" sldId="296"/>
            <ac:spMk id="9" creationId="{F927F4A1-13B8-4E2F-AD7B-10F0B60AD9A9}"/>
          </ac:spMkLst>
        </pc:spChg>
        <pc:spChg chg="mod">
          <ac:chgData name="Sebastian Broers" userId="c3680e268fc62312" providerId="LiveId" clId="{A518450E-7963-48E5-A876-7EDCCC2C7283}" dt="2021-05-17T09:54:20.215" v="2768" actId="20577"/>
          <ac:spMkLst>
            <pc:docMk/>
            <pc:sldMk cId="2241801182" sldId="296"/>
            <ac:spMk id="10" creationId="{3BBB3A73-8DD7-47CC-89E6-A3E941E24DE8}"/>
          </ac:spMkLst>
        </pc:spChg>
        <pc:spChg chg="mod">
          <ac:chgData name="Sebastian Broers" userId="c3680e268fc62312" providerId="LiveId" clId="{A518450E-7963-48E5-A876-7EDCCC2C7283}" dt="2021-05-17T09:54:18.062" v="2767" actId="20577"/>
          <ac:spMkLst>
            <pc:docMk/>
            <pc:sldMk cId="2241801182" sldId="296"/>
            <ac:spMk id="11" creationId="{00000000-0000-0000-0000-000000000000}"/>
          </ac:spMkLst>
        </pc:spChg>
        <pc:spChg chg="add del mod">
          <ac:chgData name="Sebastian Broers" userId="c3680e268fc62312" providerId="LiveId" clId="{A518450E-7963-48E5-A876-7EDCCC2C7283}" dt="2021-05-17T11:29:23.294" v="2960"/>
          <ac:spMkLst>
            <pc:docMk/>
            <pc:sldMk cId="2241801182" sldId="296"/>
            <ac:spMk id="12" creationId="{7A2A0629-490C-4EB7-B2EF-EC5016F6D92E}"/>
          </ac:spMkLst>
        </pc:spChg>
        <pc:spChg chg="add del mod">
          <ac:chgData name="Sebastian Broers" userId="c3680e268fc62312" providerId="LiveId" clId="{A518450E-7963-48E5-A876-7EDCCC2C7283}" dt="2021-05-17T11:29:26.049" v="2961" actId="478"/>
          <ac:spMkLst>
            <pc:docMk/>
            <pc:sldMk cId="2241801182" sldId="296"/>
            <ac:spMk id="13" creationId="{00000000-0000-0000-0000-000000000000}"/>
          </ac:spMkLst>
        </pc:spChg>
        <pc:spChg chg="add del mod">
          <ac:chgData name="Sebastian Broers" userId="c3680e268fc62312" providerId="LiveId" clId="{A518450E-7963-48E5-A876-7EDCCC2C7283}" dt="2021-05-17T11:29:23.294" v="2960"/>
          <ac:spMkLst>
            <pc:docMk/>
            <pc:sldMk cId="2241801182" sldId="296"/>
            <ac:spMk id="14" creationId="{CCC4BD2C-00AA-414A-8BE6-C86A5F79AC91}"/>
          </ac:spMkLst>
        </pc:spChg>
        <pc:spChg chg="add mod">
          <ac:chgData name="Sebastian Broers" userId="c3680e268fc62312" providerId="LiveId" clId="{A518450E-7963-48E5-A876-7EDCCC2C7283}" dt="2021-05-17T11:42:36.130" v="3013" actId="14100"/>
          <ac:spMkLst>
            <pc:docMk/>
            <pc:sldMk cId="2241801182" sldId="296"/>
            <ac:spMk id="15" creationId="{7E26AB53-823E-42BD-B982-DADBA2BE3868}"/>
          </ac:spMkLst>
        </pc:spChg>
        <pc:spChg chg="add mod">
          <ac:chgData name="Sebastian Broers" userId="c3680e268fc62312" providerId="LiveId" clId="{A518450E-7963-48E5-A876-7EDCCC2C7283}" dt="2021-05-17T11:40:26.625" v="3002" actId="20577"/>
          <ac:spMkLst>
            <pc:docMk/>
            <pc:sldMk cId="2241801182" sldId="296"/>
            <ac:spMk id="16" creationId="{5F438223-0367-407B-AD84-78F027E0E5B6}"/>
          </ac:spMkLst>
        </pc:spChg>
        <pc:spChg chg="add mod">
          <ac:chgData name="Sebastian Broers" userId="c3680e268fc62312" providerId="LiveId" clId="{A518450E-7963-48E5-A876-7EDCCC2C7283}" dt="2021-05-17T11:29:45.652" v="2965" actId="1076"/>
          <ac:spMkLst>
            <pc:docMk/>
            <pc:sldMk cId="2241801182" sldId="296"/>
            <ac:spMk id="17" creationId="{B1C64996-1AE3-4C17-918A-C4C0C0490C89}"/>
          </ac:spMkLst>
        </pc:spChg>
        <pc:spChg chg="add mod">
          <ac:chgData name="Sebastian Broers" userId="c3680e268fc62312" providerId="LiveId" clId="{A518450E-7963-48E5-A876-7EDCCC2C7283}" dt="2021-05-17T11:42:39.006" v="3014" actId="14100"/>
          <ac:spMkLst>
            <pc:docMk/>
            <pc:sldMk cId="2241801182" sldId="296"/>
            <ac:spMk id="18" creationId="{7C500086-598E-499D-A6BD-4B82CAED3E30}"/>
          </ac:spMkLst>
        </pc:spChg>
      </pc:sldChg>
      <pc:sldChg chg="del">
        <pc:chgData name="Sebastian Broers" userId="c3680e268fc62312" providerId="LiveId" clId="{A518450E-7963-48E5-A876-7EDCCC2C7283}" dt="2021-05-11T05:53:51.573" v="8" actId="47"/>
        <pc:sldMkLst>
          <pc:docMk/>
          <pc:sldMk cId="2922319586" sldId="297"/>
        </pc:sldMkLst>
      </pc:sldChg>
      <pc:sldChg chg="addSp delSp modSp add mod">
        <pc:chgData name="Sebastian Broers" userId="c3680e268fc62312" providerId="LiveId" clId="{A518450E-7963-48E5-A876-7EDCCC2C7283}" dt="2021-05-17T09:54:35.851" v="2771" actId="20577"/>
        <pc:sldMkLst>
          <pc:docMk/>
          <pc:sldMk cId="3216601217" sldId="297"/>
        </pc:sldMkLst>
        <pc:spChg chg="mod">
          <ac:chgData name="Sebastian Broers" userId="c3680e268fc62312" providerId="LiveId" clId="{A518450E-7963-48E5-A876-7EDCCC2C7283}" dt="2021-05-17T09:54:35.851" v="2771" actId="20577"/>
          <ac:spMkLst>
            <pc:docMk/>
            <pc:sldMk cId="3216601217" sldId="297"/>
            <ac:spMk id="10" creationId="{3BBB3A73-8DD7-47CC-89E6-A3E941E24DE8}"/>
          </ac:spMkLst>
        </pc:spChg>
        <pc:spChg chg="mod">
          <ac:chgData name="Sebastian Broers" userId="c3680e268fc62312" providerId="LiveId" clId="{A518450E-7963-48E5-A876-7EDCCC2C7283}" dt="2021-05-17T09:54:01.552" v="2763" actId="20577"/>
          <ac:spMkLst>
            <pc:docMk/>
            <pc:sldMk cId="3216601217" sldId="297"/>
            <ac:spMk id="11" creationId="{00000000-0000-0000-0000-000000000000}"/>
          </ac:spMkLst>
        </pc:spChg>
        <pc:spChg chg="del">
          <ac:chgData name="Sebastian Broers" userId="c3680e268fc62312" providerId="LiveId" clId="{A518450E-7963-48E5-A876-7EDCCC2C7283}" dt="2021-05-17T09:02:04.139" v="2045" actId="478"/>
          <ac:spMkLst>
            <pc:docMk/>
            <pc:sldMk cId="3216601217" sldId="297"/>
            <ac:spMk id="12" creationId="{58D43445-E51F-422E-A90D-A069AD4862DE}"/>
          </ac:spMkLst>
        </pc:spChg>
        <pc:spChg chg="mod">
          <ac:chgData name="Sebastian Broers" userId="c3680e268fc62312" providerId="LiveId" clId="{A518450E-7963-48E5-A876-7EDCCC2C7283}" dt="2021-05-17T09:08:13.729" v="2148" actId="14100"/>
          <ac:spMkLst>
            <pc:docMk/>
            <pc:sldMk cId="3216601217" sldId="297"/>
            <ac:spMk id="13" creationId="{00000000-0000-0000-0000-000000000000}"/>
          </ac:spMkLst>
        </pc:spChg>
        <pc:spChg chg="add mod">
          <ac:chgData name="Sebastian Broers" userId="c3680e268fc62312" providerId="LiveId" clId="{A518450E-7963-48E5-A876-7EDCCC2C7283}" dt="2021-05-17T09:08:21.695" v="2152" actId="1076"/>
          <ac:spMkLst>
            <pc:docMk/>
            <pc:sldMk cId="3216601217" sldId="297"/>
            <ac:spMk id="15" creationId="{484782C4-B3E1-4524-BA98-415DE171ADE1}"/>
          </ac:spMkLst>
        </pc:spChg>
        <pc:picChg chg="del">
          <ac:chgData name="Sebastian Broers" userId="c3680e268fc62312" providerId="LiveId" clId="{A518450E-7963-48E5-A876-7EDCCC2C7283}" dt="2021-05-17T09:02:01.280" v="2044" actId="478"/>
          <ac:picMkLst>
            <pc:docMk/>
            <pc:sldMk cId="3216601217" sldId="297"/>
            <ac:picMk id="4" creationId="{1A6DA2E4-474D-4C97-A1A2-1260E1836CB4}"/>
          </ac:picMkLst>
        </pc:picChg>
        <pc:picChg chg="add mod modCrop">
          <ac:chgData name="Sebastian Broers" userId="c3680e268fc62312" providerId="LiveId" clId="{A518450E-7963-48E5-A876-7EDCCC2C7283}" dt="2021-05-17T09:08:28.852" v="2156" actId="1076"/>
          <ac:picMkLst>
            <pc:docMk/>
            <pc:sldMk cId="3216601217" sldId="297"/>
            <ac:picMk id="14" creationId="{F5643A43-0551-47D4-9035-7D43D06D4C8E}"/>
          </ac:picMkLst>
        </pc:picChg>
      </pc:sldChg>
      <pc:sldChg chg="modSp add mod">
        <pc:chgData name="Sebastian Broers" userId="c3680e268fc62312" providerId="LiveId" clId="{A518450E-7963-48E5-A876-7EDCCC2C7283}" dt="2021-05-17T09:54:30.849" v="2770" actId="20577"/>
        <pc:sldMkLst>
          <pc:docMk/>
          <pc:sldMk cId="1461452513" sldId="298"/>
        </pc:sldMkLst>
        <pc:spChg chg="mod">
          <ac:chgData name="Sebastian Broers" userId="c3680e268fc62312" providerId="LiveId" clId="{A518450E-7963-48E5-A876-7EDCCC2C7283}" dt="2021-05-17T09:54:30.849" v="2770" actId="20577"/>
          <ac:spMkLst>
            <pc:docMk/>
            <pc:sldMk cId="1461452513" sldId="298"/>
            <ac:spMk id="10" creationId="{3BBB3A73-8DD7-47CC-89E6-A3E941E24DE8}"/>
          </ac:spMkLst>
        </pc:spChg>
        <pc:spChg chg="mod">
          <ac:chgData name="Sebastian Broers" userId="c3680e268fc62312" providerId="LiveId" clId="{A518450E-7963-48E5-A876-7EDCCC2C7283}" dt="2021-05-17T09:54:05.317" v="2764" actId="20577"/>
          <ac:spMkLst>
            <pc:docMk/>
            <pc:sldMk cId="1461452513" sldId="298"/>
            <ac:spMk id="11" creationId="{00000000-0000-0000-0000-000000000000}"/>
          </ac:spMkLst>
        </pc:spChg>
        <pc:spChg chg="mod">
          <ac:chgData name="Sebastian Broers" userId="c3680e268fc62312" providerId="LiveId" clId="{A518450E-7963-48E5-A876-7EDCCC2C7283}" dt="2021-05-17T09:24:20.347" v="2640" actId="6549"/>
          <ac:spMkLst>
            <pc:docMk/>
            <pc:sldMk cId="1461452513" sldId="298"/>
            <ac:spMk id="13" creationId="{00000000-0000-0000-0000-000000000000}"/>
          </ac:spMkLst>
        </pc:spChg>
      </pc:sldChg>
      <pc:sldChg chg="del">
        <pc:chgData name="Sebastian Broers" userId="c3680e268fc62312" providerId="LiveId" clId="{A518450E-7963-48E5-A876-7EDCCC2C7283}" dt="2021-05-11T05:53:50.494" v="5" actId="47"/>
        <pc:sldMkLst>
          <pc:docMk/>
          <pc:sldMk cId="2196136614" sldId="298"/>
        </pc:sldMkLst>
      </pc:sldChg>
      <pc:sldChg chg="add del">
        <pc:chgData name="Sebastian Broers" userId="c3680e268fc62312" providerId="LiveId" clId="{A518450E-7963-48E5-A876-7EDCCC2C7283}" dt="2021-05-17T09:50:24.171" v="2738" actId="47"/>
        <pc:sldMkLst>
          <pc:docMk/>
          <pc:sldMk cId="463569427" sldId="299"/>
        </pc:sldMkLst>
      </pc:sldChg>
      <pc:sldChg chg="modSp add mod modNotesTx">
        <pc:chgData name="Sebastian Broers" userId="c3680e268fc62312" providerId="LiveId" clId="{A518450E-7963-48E5-A876-7EDCCC2C7283}" dt="2021-05-17T11:17:17.709" v="2950"/>
        <pc:sldMkLst>
          <pc:docMk/>
          <pc:sldMk cId="580883282" sldId="299"/>
        </pc:sldMkLst>
        <pc:spChg chg="mod">
          <ac:chgData name="Sebastian Broers" userId="c3680e268fc62312" providerId="LiveId" clId="{A518450E-7963-48E5-A876-7EDCCC2C7283}" dt="2021-05-17T11:17:15.609" v="2949" actId="27636"/>
          <ac:spMkLst>
            <pc:docMk/>
            <pc:sldMk cId="580883282" sldId="299"/>
            <ac:spMk id="13" creationId="{00000000-0000-0000-0000-000000000000}"/>
          </ac:spMkLst>
        </pc:spChg>
      </pc:sldChg>
      <pc:sldChg chg="add del">
        <pc:chgData name="Sebastian Broers" userId="c3680e268fc62312" providerId="LiveId" clId="{A518450E-7963-48E5-A876-7EDCCC2C7283}" dt="2021-05-17T09:19:50.205" v="2260" actId="47"/>
        <pc:sldMkLst>
          <pc:docMk/>
          <pc:sldMk cId="2287356816" sldId="299"/>
        </pc:sldMkLst>
      </pc:sldChg>
      <pc:sldChg chg="del">
        <pc:chgData name="Sebastian Broers" userId="c3680e268fc62312" providerId="LiveId" clId="{A518450E-7963-48E5-A876-7EDCCC2C7283}" dt="2021-05-11T05:53:46.444" v="0" actId="47"/>
        <pc:sldMkLst>
          <pc:docMk/>
          <pc:sldMk cId="3193803991" sldId="299"/>
        </pc:sldMkLst>
      </pc:sldChg>
      <pc:sldChg chg="modSp add del mod">
        <pc:chgData name="Sebastian Broers" userId="c3680e268fc62312" providerId="LiveId" clId="{A518450E-7963-48E5-A876-7EDCCC2C7283}" dt="2021-05-17T09:50:22.734" v="2737" actId="47"/>
        <pc:sldMkLst>
          <pc:docMk/>
          <pc:sldMk cId="1139458774" sldId="300"/>
        </pc:sldMkLst>
        <pc:spChg chg="mod">
          <ac:chgData name="Sebastian Broers" userId="c3680e268fc62312" providerId="LiveId" clId="{A518450E-7963-48E5-A876-7EDCCC2C7283}" dt="2021-05-17T09:46:11.311" v="2721" actId="122"/>
          <ac:spMkLst>
            <pc:docMk/>
            <pc:sldMk cId="1139458774" sldId="300"/>
            <ac:spMk id="9" creationId="{00000000-0000-0000-0000-000000000000}"/>
          </ac:spMkLst>
        </pc:spChg>
      </pc:sldChg>
      <pc:sldChg chg="del">
        <pc:chgData name="Sebastian Broers" userId="c3680e268fc62312" providerId="LiveId" clId="{A518450E-7963-48E5-A876-7EDCCC2C7283}" dt="2021-05-11T05:53:47.195" v="1" actId="47"/>
        <pc:sldMkLst>
          <pc:docMk/>
          <pc:sldMk cId="3955592543" sldId="300"/>
        </pc:sldMkLst>
      </pc:sldChg>
      <pc:sldChg chg="add">
        <pc:chgData name="Sebastian Broers" userId="c3680e268fc62312" providerId="LiveId" clId="{A518450E-7963-48E5-A876-7EDCCC2C7283}" dt="2021-05-17T11:25:14.071" v="2951" actId="2890"/>
        <pc:sldMkLst>
          <pc:docMk/>
          <pc:sldMk cId="3966042960" sldId="300"/>
        </pc:sldMkLst>
      </pc:sldChg>
      <pc:sldChg chg="del">
        <pc:chgData name="Sebastian Broers" userId="c3680e268fc62312" providerId="LiveId" clId="{A518450E-7963-48E5-A876-7EDCCC2C7283}" dt="2021-05-11T05:53:47.583" v="2" actId="47"/>
        <pc:sldMkLst>
          <pc:docMk/>
          <pc:sldMk cId="171836033" sldId="301"/>
        </pc:sldMkLst>
      </pc:sldChg>
      <pc:sldChg chg="del">
        <pc:chgData name="Sebastian Broers" userId="c3680e268fc62312" providerId="LiveId" clId="{A518450E-7963-48E5-A876-7EDCCC2C7283}" dt="2021-05-11T05:53:47.982" v="3" actId="47"/>
        <pc:sldMkLst>
          <pc:docMk/>
          <pc:sldMk cId="2322712218" sldId="302"/>
        </pc:sldMkLst>
      </pc:sldChg>
      <pc:sldChg chg="del">
        <pc:chgData name="Sebastian Broers" userId="c3680e268fc62312" providerId="LiveId" clId="{A518450E-7963-48E5-A876-7EDCCC2C7283}" dt="2021-05-11T05:53:48.411" v="4" actId="47"/>
        <pc:sldMkLst>
          <pc:docMk/>
          <pc:sldMk cId="4250685546" sldId="303"/>
        </pc:sldMkLst>
      </pc:sldChg>
      <pc:sldChg chg="del">
        <pc:chgData name="Sebastian Broers" userId="c3680e268fc62312" providerId="LiveId" clId="{A518450E-7963-48E5-A876-7EDCCC2C7283}" dt="2021-05-11T05:53:50.840" v="6" actId="47"/>
        <pc:sldMkLst>
          <pc:docMk/>
          <pc:sldMk cId="1766027571" sldId="304"/>
        </pc:sldMkLst>
      </pc:sldChg>
      <pc:sldChg chg="del">
        <pc:chgData name="Sebastian Broers" userId="c3680e268fc62312" providerId="LiveId" clId="{A518450E-7963-48E5-A876-7EDCCC2C7283}" dt="2021-05-11T05:53:51.238" v="7" actId="47"/>
        <pc:sldMkLst>
          <pc:docMk/>
          <pc:sldMk cId="1831770711" sldId="305"/>
        </pc:sldMkLst>
      </pc:sldChg>
      <pc:sldChg chg="del">
        <pc:chgData name="Sebastian Broers" userId="c3680e268fc62312" providerId="LiveId" clId="{A518450E-7963-48E5-A876-7EDCCC2C7283}" dt="2021-05-11T05:53:51.905" v="9" actId="47"/>
        <pc:sldMkLst>
          <pc:docMk/>
          <pc:sldMk cId="1906228987" sldId="306"/>
        </pc:sldMkLst>
      </pc:sldChg>
      <pc:sldChg chg="del">
        <pc:chgData name="Sebastian Broers" userId="c3680e268fc62312" providerId="LiveId" clId="{A518450E-7963-48E5-A876-7EDCCC2C7283}" dt="2021-05-11T05:53:52.238" v="10" actId="47"/>
        <pc:sldMkLst>
          <pc:docMk/>
          <pc:sldMk cId="2533667094" sldId="307"/>
        </pc:sldMkLst>
      </pc:sldChg>
      <pc:sldChg chg="del">
        <pc:chgData name="Sebastian Broers" userId="c3680e268fc62312" providerId="LiveId" clId="{A518450E-7963-48E5-A876-7EDCCC2C7283}" dt="2021-05-11T05:53:52.611" v="11" actId="47"/>
        <pc:sldMkLst>
          <pc:docMk/>
          <pc:sldMk cId="3582625993" sldId="308"/>
        </pc:sldMkLst>
      </pc:sldChg>
      <pc:sldChg chg="del">
        <pc:chgData name="Sebastian Broers" userId="c3680e268fc62312" providerId="LiveId" clId="{A518450E-7963-48E5-A876-7EDCCC2C7283}" dt="2021-05-11T05:53:52.959" v="12" actId="47"/>
        <pc:sldMkLst>
          <pc:docMk/>
          <pc:sldMk cId="2398646073" sldId="309"/>
        </pc:sldMkLst>
      </pc:sldChg>
      <pc:sldChg chg="del">
        <pc:chgData name="Sebastian Broers" userId="c3680e268fc62312" providerId="LiveId" clId="{A518450E-7963-48E5-A876-7EDCCC2C7283}" dt="2021-05-11T05:53:53.311" v="13" actId="47"/>
        <pc:sldMkLst>
          <pc:docMk/>
          <pc:sldMk cId="3071765706" sldId="310"/>
        </pc:sldMkLst>
      </pc:sldChg>
      <pc:sldChg chg="del">
        <pc:chgData name="Sebastian Broers" userId="c3680e268fc62312" providerId="LiveId" clId="{A518450E-7963-48E5-A876-7EDCCC2C7283}" dt="2021-05-11T05:53:53.673" v="14" actId="47"/>
        <pc:sldMkLst>
          <pc:docMk/>
          <pc:sldMk cId="1319926603" sldId="311"/>
        </pc:sldMkLst>
      </pc:sldChg>
      <pc:sldChg chg="del">
        <pc:chgData name="Sebastian Broers" userId="c3680e268fc62312" providerId="LiveId" clId="{A518450E-7963-48E5-A876-7EDCCC2C7283}" dt="2021-05-11T05:53:54.028" v="15" actId="47"/>
        <pc:sldMkLst>
          <pc:docMk/>
          <pc:sldMk cId="4096872522" sldId="312"/>
        </pc:sldMkLst>
      </pc:sldChg>
      <pc:sldChg chg="del">
        <pc:chgData name="Sebastian Broers" userId="c3680e268fc62312" providerId="LiveId" clId="{A518450E-7963-48E5-A876-7EDCCC2C7283}" dt="2021-05-11T05:53:54.409" v="16" actId="47"/>
        <pc:sldMkLst>
          <pc:docMk/>
          <pc:sldMk cId="2192534792" sldId="313"/>
        </pc:sldMkLst>
      </pc:sldChg>
      <pc:sldChg chg="del">
        <pc:chgData name="Sebastian Broers" userId="c3680e268fc62312" providerId="LiveId" clId="{A518450E-7963-48E5-A876-7EDCCC2C7283}" dt="2021-05-11T05:53:54.754" v="17" actId="47"/>
        <pc:sldMkLst>
          <pc:docMk/>
          <pc:sldMk cId="3188147320" sldId="314"/>
        </pc:sldMkLst>
      </pc:sldChg>
      <pc:sldChg chg="del">
        <pc:chgData name="Sebastian Broers" userId="c3680e268fc62312" providerId="LiveId" clId="{A518450E-7963-48E5-A876-7EDCCC2C7283}" dt="2021-05-11T05:53:55.534" v="19" actId="47"/>
        <pc:sldMkLst>
          <pc:docMk/>
          <pc:sldMk cId="633642004" sldId="315"/>
        </pc:sldMkLst>
      </pc:sldChg>
    </pc:docChg>
  </pc:docChgLst>
  <pc:docChgLst>
    <pc:chgData name="Johanna Weber" userId="44e0a122e01a0bad" providerId="Windows Live" clId="Web-{F1CA79D8-5F89-4F56-A3F2-8E53757BBDF2}"/>
    <pc:docChg chg="modSld">
      <pc:chgData name="Johanna Weber" userId="44e0a122e01a0bad" providerId="Windows Live" clId="Web-{F1CA79D8-5F89-4F56-A3F2-8E53757BBDF2}" dt="2021-07-12T09:21:20.820" v="56" actId="20577"/>
      <pc:docMkLst>
        <pc:docMk/>
      </pc:docMkLst>
      <pc:sldChg chg="modSp">
        <pc:chgData name="Johanna Weber" userId="44e0a122e01a0bad" providerId="Windows Live" clId="Web-{F1CA79D8-5F89-4F56-A3F2-8E53757BBDF2}" dt="2021-07-12T09:17:06.782" v="0" actId="20577"/>
        <pc:sldMkLst>
          <pc:docMk/>
          <pc:sldMk cId="261377465" sldId="277"/>
        </pc:sldMkLst>
        <pc:spChg chg="mod">
          <ac:chgData name="Johanna Weber" userId="44e0a122e01a0bad" providerId="Windows Live" clId="Web-{F1CA79D8-5F89-4F56-A3F2-8E53757BBDF2}" dt="2021-07-12T09:17:06.782" v="0" actId="20577"/>
          <ac:spMkLst>
            <pc:docMk/>
            <pc:sldMk cId="261377465" sldId="277"/>
            <ac:spMk id="13" creationId="{00000000-0000-0000-0000-000000000000}"/>
          </ac:spMkLst>
        </pc:spChg>
      </pc:sldChg>
      <pc:sldChg chg="modSp">
        <pc:chgData name="Johanna Weber" userId="44e0a122e01a0bad" providerId="Windows Live" clId="Web-{F1CA79D8-5F89-4F56-A3F2-8E53757BBDF2}" dt="2021-07-12T09:17:26.299" v="6" actId="20577"/>
        <pc:sldMkLst>
          <pc:docMk/>
          <pc:sldMk cId="1552581999" sldId="280"/>
        </pc:sldMkLst>
        <pc:spChg chg="mod">
          <ac:chgData name="Johanna Weber" userId="44e0a122e01a0bad" providerId="Windows Live" clId="Web-{F1CA79D8-5F89-4F56-A3F2-8E53757BBDF2}" dt="2021-07-12T09:17:26.299" v="6" actId="20577"/>
          <ac:spMkLst>
            <pc:docMk/>
            <pc:sldMk cId="1552581999" sldId="280"/>
            <ac:spMk id="8" creationId="{00000000-0000-0000-0000-000000000000}"/>
          </ac:spMkLst>
        </pc:spChg>
      </pc:sldChg>
      <pc:sldChg chg="modSp">
        <pc:chgData name="Johanna Weber" userId="44e0a122e01a0bad" providerId="Windows Live" clId="Web-{F1CA79D8-5F89-4F56-A3F2-8E53757BBDF2}" dt="2021-07-12T09:18:14.081" v="7" actId="20577"/>
        <pc:sldMkLst>
          <pc:docMk/>
          <pc:sldMk cId="3678310808" sldId="290"/>
        </pc:sldMkLst>
        <pc:spChg chg="mod">
          <ac:chgData name="Johanna Weber" userId="44e0a122e01a0bad" providerId="Windows Live" clId="Web-{F1CA79D8-5F89-4F56-A3F2-8E53757BBDF2}" dt="2021-07-12T09:18:14.081" v="7" actId="20577"/>
          <ac:spMkLst>
            <pc:docMk/>
            <pc:sldMk cId="3678310808" sldId="290"/>
            <ac:spMk id="13" creationId="{00000000-0000-0000-0000-000000000000}"/>
          </ac:spMkLst>
        </pc:spChg>
      </pc:sldChg>
      <pc:sldChg chg="modSp">
        <pc:chgData name="Johanna Weber" userId="44e0a122e01a0bad" providerId="Windows Live" clId="Web-{F1CA79D8-5F89-4F56-A3F2-8E53757BBDF2}" dt="2021-07-12T09:18:38.363" v="12" actId="20577"/>
        <pc:sldMkLst>
          <pc:docMk/>
          <pc:sldMk cId="3608148179" sldId="293"/>
        </pc:sldMkLst>
        <pc:spChg chg="mod">
          <ac:chgData name="Johanna Weber" userId="44e0a122e01a0bad" providerId="Windows Live" clId="Web-{F1CA79D8-5F89-4F56-A3F2-8E53757BBDF2}" dt="2021-07-12T09:18:38.363" v="12" actId="20577"/>
          <ac:spMkLst>
            <pc:docMk/>
            <pc:sldMk cId="3608148179" sldId="293"/>
            <ac:spMk id="13" creationId="{00000000-0000-0000-0000-000000000000}"/>
          </ac:spMkLst>
        </pc:spChg>
      </pc:sldChg>
      <pc:sldChg chg="modSp">
        <pc:chgData name="Johanna Weber" userId="44e0a122e01a0bad" providerId="Windows Live" clId="Web-{F1CA79D8-5F89-4F56-A3F2-8E53757BBDF2}" dt="2021-07-12T09:18:50.675" v="14" actId="20577"/>
        <pc:sldMkLst>
          <pc:docMk/>
          <pc:sldMk cId="1907983497" sldId="294"/>
        </pc:sldMkLst>
        <pc:spChg chg="mod">
          <ac:chgData name="Johanna Weber" userId="44e0a122e01a0bad" providerId="Windows Live" clId="Web-{F1CA79D8-5F89-4F56-A3F2-8E53757BBDF2}" dt="2021-07-12T09:18:50.675" v="14" actId="20577"/>
          <ac:spMkLst>
            <pc:docMk/>
            <pc:sldMk cId="1907983497" sldId="294"/>
            <ac:spMk id="13" creationId="{00000000-0000-0000-0000-000000000000}"/>
          </ac:spMkLst>
        </pc:spChg>
      </pc:sldChg>
      <pc:sldChg chg="modSp">
        <pc:chgData name="Johanna Weber" userId="44e0a122e01a0bad" providerId="Windows Live" clId="Web-{F1CA79D8-5F89-4F56-A3F2-8E53757BBDF2}" dt="2021-07-12T09:19:12.910" v="18" actId="20577"/>
        <pc:sldMkLst>
          <pc:docMk/>
          <pc:sldMk cId="2993006274" sldId="297"/>
        </pc:sldMkLst>
        <pc:spChg chg="mod">
          <ac:chgData name="Johanna Weber" userId="44e0a122e01a0bad" providerId="Windows Live" clId="Web-{F1CA79D8-5F89-4F56-A3F2-8E53757BBDF2}" dt="2021-07-12T09:19:12.910" v="18" actId="20577"/>
          <ac:spMkLst>
            <pc:docMk/>
            <pc:sldMk cId="2993006274" sldId="297"/>
            <ac:spMk id="13" creationId="{00000000-0000-0000-0000-000000000000}"/>
          </ac:spMkLst>
        </pc:spChg>
      </pc:sldChg>
      <pc:sldChg chg="modSp">
        <pc:chgData name="Johanna Weber" userId="44e0a122e01a0bad" providerId="Windows Live" clId="Web-{F1CA79D8-5F89-4F56-A3F2-8E53757BBDF2}" dt="2021-07-12T09:19:34.474" v="24" actId="20577"/>
        <pc:sldMkLst>
          <pc:docMk/>
          <pc:sldMk cId="3857177864" sldId="298"/>
        </pc:sldMkLst>
        <pc:spChg chg="mod">
          <ac:chgData name="Johanna Weber" userId="44e0a122e01a0bad" providerId="Windows Live" clId="Web-{F1CA79D8-5F89-4F56-A3F2-8E53757BBDF2}" dt="2021-07-12T09:19:34.474" v="24" actId="20577"/>
          <ac:spMkLst>
            <pc:docMk/>
            <pc:sldMk cId="3857177864" sldId="298"/>
            <ac:spMk id="13" creationId="{00000000-0000-0000-0000-000000000000}"/>
          </ac:spMkLst>
        </pc:spChg>
      </pc:sldChg>
      <pc:sldChg chg="modSp">
        <pc:chgData name="Johanna Weber" userId="44e0a122e01a0bad" providerId="Windows Live" clId="Web-{F1CA79D8-5F89-4F56-A3F2-8E53757BBDF2}" dt="2021-07-12T09:19:57.052" v="29" actId="20577"/>
        <pc:sldMkLst>
          <pc:docMk/>
          <pc:sldMk cId="1485701521" sldId="301"/>
        </pc:sldMkLst>
        <pc:spChg chg="mod">
          <ac:chgData name="Johanna Weber" userId="44e0a122e01a0bad" providerId="Windows Live" clId="Web-{F1CA79D8-5F89-4F56-A3F2-8E53757BBDF2}" dt="2021-07-12T09:19:57.052" v="29" actId="20577"/>
          <ac:spMkLst>
            <pc:docMk/>
            <pc:sldMk cId="1485701521" sldId="301"/>
            <ac:spMk id="13" creationId="{00000000-0000-0000-0000-000000000000}"/>
          </ac:spMkLst>
        </pc:spChg>
      </pc:sldChg>
      <pc:sldChg chg="modSp">
        <pc:chgData name="Johanna Weber" userId="44e0a122e01a0bad" providerId="Windows Live" clId="Web-{F1CA79D8-5F89-4F56-A3F2-8E53757BBDF2}" dt="2021-07-12T09:20:02.052" v="30" actId="20577"/>
        <pc:sldMkLst>
          <pc:docMk/>
          <pc:sldMk cId="456108156" sldId="302"/>
        </pc:sldMkLst>
        <pc:spChg chg="mod">
          <ac:chgData name="Johanna Weber" userId="44e0a122e01a0bad" providerId="Windows Live" clId="Web-{F1CA79D8-5F89-4F56-A3F2-8E53757BBDF2}" dt="2021-07-12T09:20:02.052" v="30" actId="20577"/>
          <ac:spMkLst>
            <pc:docMk/>
            <pc:sldMk cId="456108156" sldId="302"/>
            <ac:spMk id="4" creationId="{A045B11A-E691-4EE6-9D3E-01755183CD45}"/>
          </ac:spMkLst>
        </pc:spChg>
      </pc:sldChg>
      <pc:sldChg chg="modSp">
        <pc:chgData name="Johanna Weber" userId="44e0a122e01a0bad" providerId="Windows Live" clId="Web-{F1CA79D8-5F89-4F56-A3F2-8E53757BBDF2}" dt="2021-07-12T09:20:19.318" v="38"/>
        <pc:sldMkLst>
          <pc:docMk/>
          <pc:sldMk cId="3862685750" sldId="303"/>
        </pc:sldMkLst>
        <pc:spChg chg="mod">
          <ac:chgData name="Johanna Weber" userId="44e0a122e01a0bad" providerId="Windows Live" clId="Web-{F1CA79D8-5F89-4F56-A3F2-8E53757BBDF2}" dt="2021-07-12T09:20:14.662" v="32" actId="20577"/>
          <ac:spMkLst>
            <pc:docMk/>
            <pc:sldMk cId="3862685750" sldId="303"/>
            <ac:spMk id="4" creationId="{A045B11A-E691-4EE6-9D3E-01755183CD45}"/>
          </ac:spMkLst>
        </pc:spChg>
        <pc:graphicFrameChg chg="mod modGraphic">
          <ac:chgData name="Johanna Weber" userId="44e0a122e01a0bad" providerId="Windows Live" clId="Web-{F1CA79D8-5F89-4F56-A3F2-8E53757BBDF2}" dt="2021-07-12T09:20:19.318" v="38"/>
          <ac:graphicFrameMkLst>
            <pc:docMk/>
            <pc:sldMk cId="3862685750" sldId="303"/>
            <ac:graphicFrameMk id="12" creationId="{D08F3299-29FA-4BD8-A397-2D40141E27DF}"/>
          </ac:graphicFrameMkLst>
        </pc:graphicFrameChg>
      </pc:sldChg>
      <pc:sldChg chg="modSp">
        <pc:chgData name="Johanna Weber" userId="44e0a122e01a0bad" providerId="Windows Live" clId="Web-{F1CA79D8-5F89-4F56-A3F2-8E53757BBDF2}" dt="2021-07-12T09:21:03.491" v="50" actId="20577"/>
        <pc:sldMkLst>
          <pc:docMk/>
          <pc:sldMk cId="1346402826" sldId="305"/>
        </pc:sldMkLst>
        <pc:spChg chg="mod">
          <ac:chgData name="Johanna Weber" userId="44e0a122e01a0bad" providerId="Windows Live" clId="Web-{F1CA79D8-5F89-4F56-A3F2-8E53757BBDF2}" dt="2021-07-12T09:21:03.491" v="50" actId="20577"/>
          <ac:spMkLst>
            <pc:docMk/>
            <pc:sldMk cId="1346402826" sldId="305"/>
            <ac:spMk id="13" creationId="{00000000-0000-0000-0000-000000000000}"/>
          </ac:spMkLst>
        </pc:spChg>
      </pc:sldChg>
      <pc:sldChg chg="modSp">
        <pc:chgData name="Johanna Weber" userId="44e0a122e01a0bad" providerId="Windows Live" clId="Web-{F1CA79D8-5F89-4F56-A3F2-8E53757BBDF2}" dt="2021-07-12T09:21:14.101" v="54" actId="20577"/>
        <pc:sldMkLst>
          <pc:docMk/>
          <pc:sldMk cId="3567295925" sldId="306"/>
        </pc:sldMkLst>
        <pc:spChg chg="mod">
          <ac:chgData name="Johanna Weber" userId="44e0a122e01a0bad" providerId="Windows Live" clId="Web-{F1CA79D8-5F89-4F56-A3F2-8E53757BBDF2}" dt="2021-07-12T09:21:14.101" v="54" actId="20577"/>
          <ac:spMkLst>
            <pc:docMk/>
            <pc:sldMk cId="3567295925" sldId="306"/>
            <ac:spMk id="13" creationId="{00000000-0000-0000-0000-000000000000}"/>
          </ac:spMkLst>
        </pc:spChg>
      </pc:sldChg>
      <pc:sldChg chg="modSp">
        <pc:chgData name="Johanna Weber" userId="44e0a122e01a0bad" providerId="Windows Live" clId="Web-{F1CA79D8-5F89-4F56-A3F2-8E53757BBDF2}" dt="2021-07-12T09:21:20.820" v="56" actId="20577"/>
        <pc:sldMkLst>
          <pc:docMk/>
          <pc:sldMk cId="467025047" sldId="307"/>
        </pc:sldMkLst>
        <pc:spChg chg="mod">
          <ac:chgData name="Johanna Weber" userId="44e0a122e01a0bad" providerId="Windows Live" clId="Web-{F1CA79D8-5F89-4F56-A3F2-8E53757BBDF2}" dt="2021-07-12T09:21:20.820" v="56" actId="20577"/>
          <ac:spMkLst>
            <pc:docMk/>
            <pc:sldMk cId="467025047" sldId="307"/>
            <ac:spMk id="13" creationId="{00000000-0000-0000-0000-000000000000}"/>
          </ac:spMkLst>
        </pc:spChg>
      </pc:sldChg>
    </pc:docChg>
  </pc:docChgLst>
  <pc:docChgLst>
    <pc:chgData name="Sebastian Broers" userId="c3680e268fc62312" providerId="LiveId" clId="{112D6E0F-935E-4745-A350-DCBDC4B7B581}"/>
    <pc:docChg chg="undo redo custSel addSld delSld modSld sldOrd">
      <pc:chgData name="Sebastian Broers" userId="c3680e268fc62312" providerId="LiveId" clId="{112D6E0F-935E-4745-A350-DCBDC4B7B581}" dt="2021-05-10T09:57:29.753" v="2543" actId="20577"/>
      <pc:docMkLst>
        <pc:docMk/>
      </pc:docMkLst>
      <pc:sldChg chg="modSp mod">
        <pc:chgData name="Sebastian Broers" userId="c3680e268fc62312" providerId="LiveId" clId="{112D6E0F-935E-4745-A350-DCBDC4B7B581}" dt="2021-05-10T08:16:00.180" v="335" actId="20577"/>
        <pc:sldMkLst>
          <pc:docMk/>
          <pc:sldMk cId="314895424" sldId="258"/>
        </pc:sldMkLst>
        <pc:spChg chg="mod">
          <ac:chgData name="Sebastian Broers" userId="c3680e268fc62312" providerId="LiveId" clId="{112D6E0F-935E-4745-A350-DCBDC4B7B581}" dt="2021-05-10T08:16:00.180" v="335" actId="20577"/>
          <ac:spMkLst>
            <pc:docMk/>
            <pc:sldMk cId="314895424" sldId="258"/>
            <ac:spMk id="3" creationId="{00000000-0000-0000-0000-000000000000}"/>
          </ac:spMkLst>
        </pc:spChg>
      </pc:sldChg>
      <pc:sldChg chg="del">
        <pc:chgData name="Sebastian Broers" userId="c3680e268fc62312" providerId="LiveId" clId="{112D6E0F-935E-4745-A350-DCBDC4B7B581}" dt="2021-05-10T08:16:48.974" v="336" actId="47"/>
        <pc:sldMkLst>
          <pc:docMk/>
          <pc:sldMk cId="581079009" sldId="259"/>
        </pc:sldMkLst>
      </pc:sldChg>
      <pc:sldChg chg="del">
        <pc:chgData name="Sebastian Broers" userId="c3680e268fc62312" providerId="LiveId" clId="{112D6E0F-935E-4745-A350-DCBDC4B7B581}" dt="2021-05-10T08:08:55.746" v="0" actId="47"/>
        <pc:sldMkLst>
          <pc:docMk/>
          <pc:sldMk cId="3121829160" sldId="260"/>
        </pc:sldMkLst>
      </pc:sldChg>
      <pc:sldChg chg="del">
        <pc:chgData name="Sebastian Broers" userId="c3680e268fc62312" providerId="LiveId" clId="{112D6E0F-935E-4745-A350-DCBDC4B7B581}" dt="2021-05-10T08:16:50.153" v="337" actId="47"/>
        <pc:sldMkLst>
          <pc:docMk/>
          <pc:sldMk cId="2762910432" sldId="261"/>
        </pc:sldMkLst>
      </pc:sldChg>
      <pc:sldChg chg="modSp mod">
        <pc:chgData name="Sebastian Broers" userId="c3680e268fc62312" providerId="LiveId" clId="{112D6E0F-935E-4745-A350-DCBDC4B7B581}" dt="2021-05-10T08:17:15.565" v="340"/>
        <pc:sldMkLst>
          <pc:docMk/>
          <pc:sldMk cId="1545939387" sldId="262"/>
        </pc:sldMkLst>
        <pc:spChg chg="mod">
          <ac:chgData name="Sebastian Broers" userId="c3680e268fc62312" providerId="LiveId" clId="{112D6E0F-935E-4745-A350-DCBDC4B7B581}" dt="2021-05-10T08:17:07.141" v="339"/>
          <ac:spMkLst>
            <pc:docMk/>
            <pc:sldMk cId="1545939387" sldId="262"/>
            <ac:spMk id="8" creationId="{00000000-0000-0000-0000-000000000000}"/>
          </ac:spMkLst>
        </pc:spChg>
        <pc:spChg chg="mod">
          <ac:chgData name="Sebastian Broers" userId="c3680e268fc62312" providerId="LiveId" clId="{112D6E0F-935E-4745-A350-DCBDC4B7B581}" dt="2021-05-10T08:17:15.565" v="340"/>
          <ac:spMkLst>
            <pc:docMk/>
            <pc:sldMk cId="1545939387" sldId="262"/>
            <ac:spMk id="9" creationId="{00000000-0000-0000-0000-000000000000}"/>
          </ac:spMkLst>
        </pc:spChg>
      </pc:sldChg>
      <pc:sldChg chg="modSp mod">
        <pc:chgData name="Sebastian Broers" userId="c3680e268fc62312" providerId="LiveId" clId="{112D6E0F-935E-4745-A350-DCBDC4B7B581}" dt="2021-05-10T08:23:30.062" v="600" actId="313"/>
        <pc:sldMkLst>
          <pc:docMk/>
          <pc:sldMk cId="1116914026" sldId="267"/>
        </pc:sldMkLst>
        <pc:spChg chg="mod">
          <ac:chgData name="Sebastian Broers" userId="c3680e268fc62312" providerId="LiveId" clId="{112D6E0F-935E-4745-A350-DCBDC4B7B581}" dt="2021-05-10T08:19:56.540" v="358" actId="27636"/>
          <ac:spMkLst>
            <pc:docMk/>
            <pc:sldMk cId="1116914026" sldId="267"/>
            <ac:spMk id="11" creationId="{00000000-0000-0000-0000-000000000000}"/>
          </ac:spMkLst>
        </pc:spChg>
        <pc:spChg chg="mod">
          <ac:chgData name="Sebastian Broers" userId="c3680e268fc62312" providerId="LiveId" clId="{112D6E0F-935E-4745-A350-DCBDC4B7B581}" dt="2021-05-10T08:23:30.062" v="600" actId="313"/>
          <ac:spMkLst>
            <pc:docMk/>
            <pc:sldMk cId="1116914026" sldId="267"/>
            <ac:spMk id="13" creationId="{00000000-0000-0000-0000-000000000000}"/>
          </ac:spMkLst>
        </pc:spChg>
      </pc:sldChg>
      <pc:sldChg chg="modSp mod">
        <pc:chgData name="Sebastian Broers" userId="c3680e268fc62312" providerId="LiveId" clId="{112D6E0F-935E-4745-A350-DCBDC4B7B581}" dt="2021-05-10T08:42:23.885" v="1101" actId="20577"/>
        <pc:sldMkLst>
          <pc:docMk/>
          <pc:sldMk cId="1759709190" sldId="268"/>
        </pc:sldMkLst>
        <pc:spChg chg="mod">
          <ac:chgData name="Sebastian Broers" userId="c3680e268fc62312" providerId="LiveId" clId="{112D6E0F-935E-4745-A350-DCBDC4B7B581}" dt="2021-05-10T08:42:23.885" v="1101" actId="20577"/>
          <ac:spMkLst>
            <pc:docMk/>
            <pc:sldMk cId="1759709190" sldId="268"/>
            <ac:spMk id="67" creationId="{660EF78D-FB01-4F96-AB43-715D859EF4AD}"/>
          </ac:spMkLst>
        </pc:spChg>
      </pc:sldChg>
      <pc:sldChg chg="del">
        <pc:chgData name="Sebastian Broers" userId="c3680e268fc62312" providerId="LiveId" clId="{112D6E0F-935E-4745-A350-DCBDC4B7B581}" dt="2021-05-10T08:16:53.700" v="338" actId="47"/>
        <pc:sldMkLst>
          <pc:docMk/>
          <pc:sldMk cId="1139458774" sldId="269"/>
        </pc:sldMkLst>
      </pc:sldChg>
      <pc:sldChg chg="del">
        <pc:chgData name="Sebastian Broers" userId="c3680e268fc62312" providerId="LiveId" clId="{112D6E0F-935E-4745-A350-DCBDC4B7B581}" dt="2021-05-10T08:14:59.061" v="295" actId="47"/>
        <pc:sldMkLst>
          <pc:docMk/>
          <pc:sldMk cId="1178947629" sldId="272"/>
        </pc:sldMkLst>
      </pc:sldChg>
      <pc:sldChg chg="del">
        <pc:chgData name="Sebastian Broers" userId="c3680e268fc62312" providerId="LiveId" clId="{112D6E0F-935E-4745-A350-DCBDC4B7B581}" dt="2021-05-10T08:15:00.495" v="296" actId="47"/>
        <pc:sldMkLst>
          <pc:docMk/>
          <pc:sldMk cId="3990020287" sldId="274"/>
        </pc:sldMkLst>
      </pc:sldChg>
      <pc:sldChg chg="del">
        <pc:chgData name="Sebastian Broers" userId="c3680e268fc62312" providerId="LiveId" clId="{112D6E0F-935E-4745-A350-DCBDC4B7B581}" dt="2021-05-10T08:15:02.822" v="297" actId="47"/>
        <pc:sldMkLst>
          <pc:docMk/>
          <pc:sldMk cId="322668013" sldId="275"/>
        </pc:sldMkLst>
      </pc:sldChg>
      <pc:sldChg chg="del">
        <pc:chgData name="Sebastian Broers" userId="c3680e268fc62312" providerId="LiveId" clId="{112D6E0F-935E-4745-A350-DCBDC4B7B581}" dt="2021-05-10T08:15:04.877" v="298" actId="47"/>
        <pc:sldMkLst>
          <pc:docMk/>
          <pc:sldMk cId="4161413552" sldId="276"/>
        </pc:sldMkLst>
      </pc:sldChg>
      <pc:sldChg chg="del">
        <pc:chgData name="Sebastian Broers" userId="c3680e268fc62312" providerId="LiveId" clId="{112D6E0F-935E-4745-A350-DCBDC4B7B581}" dt="2021-05-10T08:15:05.379" v="299" actId="47"/>
        <pc:sldMkLst>
          <pc:docMk/>
          <pc:sldMk cId="2405894077" sldId="277"/>
        </pc:sldMkLst>
      </pc:sldChg>
      <pc:sldChg chg="del">
        <pc:chgData name="Sebastian Broers" userId="c3680e268fc62312" providerId="LiveId" clId="{112D6E0F-935E-4745-A350-DCBDC4B7B581}" dt="2021-05-10T08:15:05.858" v="300" actId="47"/>
        <pc:sldMkLst>
          <pc:docMk/>
          <pc:sldMk cId="1493303723" sldId="278"/>
        </pc:sldMkLst>
      </pc:sldChg>
      <pc:sldChg chg="modSp mod modNotesTx">
        <pc:chgData name="Sebastian Broers" userId="c3680e268fc62312" providerId="LiveId" clId="{112D6E0F-935E-4745-A350-DCBDC4B7B581}" dt="2021-05-10T08:55:25.619" v="1485" actId="20577"/>
        <pc:sldMkLst>
          <pc:docMk/>
          <pc:sldMk cId="4083180" sldId="279"/>
        </pc:sldMkLst>
        <pc:spChg chg="mod">
          <ac:chgData name="Sebastian Broers" userId="c3680e268fc62312" providerId="LiveId" clId="{112D6E0F-935E-4745-A350-DCBDC4B7B581}" dt="2021-05-10T08:52:54.844" v="1458" actId="20577"/>
          <ac:spMkLst>
            <pc:docMk/>
            <pc:sldMk cId="4083180" sldId="279"/>
            <ac:spMk id="11" creationId="{00000000-0000-0000-0000-000000000000}"/>
          </ac:spMkLst>
        </pc:spChg>
        <pc:spChg chg="mod">
          <ac:chgData name="Sebastian Broers" userId="c3680e268fc62312" providerId="LiveId" clId="{112D6E0F-935E-4745-A350-DCBDC4B7B581}" dt="2021-05-10T08:53:03.393" v="1459"/>
          <ac:spMkLst>
            <pc:docMk/>
            <pc:sldMk cId="4083180" sldId="279"/>
            <ac:spMk id="13" creationId="{00000000-0000-0000-0000-000000000000}"/>
          </ac:spMkLst>
        </pc:spChg>
      </pc:sldChg>
      <pc:sldChg chg="modSp mod">
        <pc:chgData name="Sebastian Broers" userId="c3680e268fc62312" providerId="LiveId" clId="{112D6E0F-935E-4745-A350-DCBDC4B7B581}" dt="2021-05-10T08:42:45.962" v="1115" actId="20577"/>
        <pc:sldMkLst>
          <pc:docMk/>
          <pc:sldMk cId="3102771768" sldId="280"/>
        </pc:sldMkLst>
        <pc:spChg chg="mod">
          <ac:chgData name="Sebastian Broers" userId="c3680e268fc62312" providerId="LiveId" clId="{112D6E0F-935E-4745-A350-DCBDC4B7B581}" dt="2021-05-10T08:42:45.962" v="1115" actId="20577"/>
          <ac:spMkLst>
            <pc:docMk/>
            <pc:sldMk cId="3102771768" sldId="280"/>
            <ac:spMk id="8" creationId="{00000000-0000-0000-0000-000000000000}"/>
          </ac:spMkLst>
        </pc:spChg>
        <pc:spChg chg="mod">
          <ac:chgData name="Sebastian Broers" userId="c3680e268fc62312" providerId="LiveId" clId="{112D6E0F-935E-4745-A350-DCBDC4B7B581}" dt="2021-05-10T08:42:41.175" v="1102"/>
          <ac:spMkLst>
            <pc:docMk/>
            <pc:sldMk cId="3102771768" sldId="280"/>
            <ac:spMk id="9" creationId="{00000000-0000-0000-0000-000000000000}"/>
          </ac:spMkLst>
        </pc:spChg>
      </pc:sldChg>
      <pc:sldChg chg="modSp mod">
        <pc:chgData name="Sebastian Broers" userId="c3680e268fc62312" providerId="LiveId" clId="{112D6E0F-935E-4745-A350-DCBDC4B7B581}" dt="2021-05-10T08:19:03.968" v="355" actId="1076"/>
        <pc:sldMkLst>
          <pc:docMk/>
          <pc:sldMk cId="3288292413" sldId="281"/>
        </pc:sldMkLst>
        <pc:spChg chg="mod">
          <ac:chgData name="Sebastian Broers" userId="c3680e268fc62312" providerId="LiveId" clId="{112D6E0F-935E-4745-A350-DCBDC4B7B581}" dt="2021-05-10T08:18:14.795" v="349" actId="27636"/>
          <ac:spMkLst>
            <pc:docMk/>
            <pc:sldMk cId="3288292413" sldId="281"/>
            <ac:spMk id="8" creationId="{00000000-0000-0000-0000-000000000000}"/>
          </ac:spMkLst>
        </pc:spChg>
        <pc:spChg chg="mod">
          <ac:chgData name="Sebastian Broers" userId="c3680e268fc62312" providerId="LiveId" clId="{112D6E0F-935E-4745-A350-DCBDC4B7B581}" dt="2021-05-10T08:19:03.968" v="355" actId="1076"/>
          <ac:spMkLst>
            <pc:docMk/>
            <pc:sldMk cId="3288292413" sldId="281"/>
            <ac:spMk id="9" creationId="{00000000-0000-0000-0000-000000000000}"/>
          </ac:spMkLst>
        </pc:spChg>
      </pc:sldChg>
      <pc:sldChg chg="del modNotesTx">
        <pc:chgData name="Sebastian Broers" userId="c3680e268fc62312" providerId="LiveId" clId="{112D6E0F-935E-4745-A350-DCBDC4B7B581}" dt="2021-05-10T09:45:50.430" v="2329" actId="47"/>
        <pc:sldMkLst>
          <pc:docMk/>
          <pc:sldMk cId="2198926184" sldId="282"/>
        </pc:sldMkLst>
      </pc:sldChg>
      <pc:sldChg chg="modSp add mod">
        <pc:chgData name="Sebastian Broers" userId="c3680e268fc62312" providerId="LiveId" clId="{112D6E0F-935E-4745-A350-DCBDC4B7B581}" dt="2021-05-10T08:26:20.878" v="619" actId="20577"/>
        <pc:sldMkLst>
          <pc:docMk/>
          <pc:sldMk cId="2758855101" sldId="283"/>
        </pc:sldMkLst>
        <pc:spChg chg="mod">
          <ac:chgData name="Sebastian Broers" userId="c3680e268fc62312" providerId="LiveId" clId="{112D6E0F-935E-4745-A350-DCBDC4B7B581}" dt="2021-05-10T08:26:20.878" v="619" actId="20577"/>
          <ac:spMkLst>
            <pc:docMk/>
            <pc:sldMk cId="2758855101" sldId="283"/>
            <ac:spMk id="13" creationId="{00000000-0000-0000-0000-000000000000}"/>
          </ac:spMkLst>
        </pc:spChg>
      </pc:sldChg>
      <pc:sldChg chg="del">
        <pc:chgData name="Sebastian Broers" userId="c3680e268fc62312" providerId="LiveId" clId="{112D6E0F-935E-4745-A350-DCBDC4B7B581}" dt="2021-05-10T08:15:12.825" v="301" actId="47"/>
        <pc:sldMkLst>
          <pc:docMk/>
          <pc:sldMk cId="2801610316" sldId="283"/>
        </pc:sldMkLst>
      </pc:sldChg>
      <pc:sldChg chg="modSp add mod">
        <pc:chgData name="Sebastian Broers" userId="c3680e268fc62312" providerId="LiveId" clId="{112D6E0F-935E-4745-A350-DCBDC4B7B581}" dt="2021-05-10T08:26:06.340" v="615" actId="5793"/>
        <pc:sldMkLst>
          <pc:docMk/>
          <pc:sldMk cId="2543007110" sldId="284"/>
        </pc:sldMkLst>
        <pc:spChg chg="mod">
          <ac:chgData name="Sebastian Broers" userId="c3680e268fc62312" providerId="LiveId" clId="{112D6E0F-935E-4745-A350-DCBDC4B7B581}" dt="2021-05-10T08:26:06.340" v="615" actId="5793"/>
          <ac:spMkLst>
            <pc:docMk/>
            <pc:sldMk cId="2543007110" sldId="284"/>
            <ac:spMk id="13" creationId="{00000000-0000-0000-0000-000000000000}"/>
          </ac:spMkLst>
        </pc:spChg>
      </pc:sldChg>
      <pc:sldChg chg="modSp add mod">
        <pc:chgData name="Sebastian Broers" userId="c3680e268fc62312" providerId="LiveId" clId="{112D6E0F-935E-4745-A350-DCBDC4B7B581}" dt="2021-05-10T08:27:12.173" v="622" actId="113"/>
        <pc:sldMkLst>
          <pc:docMk/>
          <pc:sldMk cId="403854135" sldId="285"/>
        </pc:sldMkLst>
        <pc:spChg chg="mod">
          <ac:chgData name="Sebastian Broers" userId="c3680e268fc62312" providerId="LiveId" clId="{112D6E0F-935E-4745-A350-DCBDC4B7B581}" dt="2021-05-10T08:27:12.173" v="622" actId="113"/>
          <ac:spMkLst>
            <pc:docMk/>
            <pc:sldMk cId="403854135" sldId="285"/>
            <ac:spMk id="13" creationId="{00000000-0000-0000-0000-000000000000}"/>
          </ac:spMkLst>
        </pc:spChg>
      </pc:sldChg>
      <pc:sldChg chg="modSp add mod">
        <pc:chgData name="Sebastian Broers" userId="c3680e268fc62312" providerId="LiveId" clId="{112D6E0F-935E-4745-A350-DCBDC4B7B581}" dt="2021-05-10T08:27:35.644" v="625" actId="27636"/>
        <pc:sldMkLst>
          <pc:docMk/>
          <pc:sldMk cId="3841316815" sldId="286"/>
        </pc:sldMkLst>
        <pc:spChg chg="mod">
          <ac:chgData name="Sebastian Broers" userId="c3680e268fc62312" providerId="LiveId" clId="{112D6E0F-935E-4745-A350-DCBDC4B7B581}" dt="2021-05-10T08:27:35.644" v="625" actId="27636"/>
          <ac:spMkLst>
            <pc:docMk/>
            <pc:sldMk cId="3841316815" sldId="286"/>
            <ac:spMk id="13" creationId="{00000000-0000-0000-0000-000000000000}"/>
          </ac:spMkLst>
        </pc:spChg>
      </pc:sldChg>
      <pc:sldChg chg="del">
        <pc:chgData name="Sebastian Broers" userId="c3680e268fc62312" providerId="LiveId" clId="{112D6E0F-935E-4745-A350-DCBDC4B7B581}" dt="2021-05-10T08:15:14.666" v="304" actId="47"/>
        <pc:sldMkLst>
          <pc:docMk/>
          <pc:sldMk cId="2110134463" sldId="287"/>
        </pc:sldMkLst>
      </pc:sldChg>
      <pc:sldChg chg="modSp add mod">
        <pc:chgData name="Sebastian Broers" userId="c3680e268fc62312" providerId="LiveId" clId="{112D6E0F-935E-4745-A350-DCBDC4B7B581}" dt="2021-05-10T08:27:57.392" v="628" actId="27636"/>
        <pc:sldMkLst>
          <pc:docMk/>
          <pc:sldMk cId="2779260007" sldId="287"/>
        </pc:sldMkLst>
        <pc:spChg chg="mod">
          <ac:chgData name="Sebastian Broers" userId="c3680e268fc62312" providerId="LiveId" clId="{112D6E0F-935E-4745-A350-DCBDC4B7B581}" dt="2021-05-10T08:27:57.392" v="628" actId="27636"/>
          <ac:spMkLst>
            <pc:docMk/>
            <pc:sldMk cId="2779260007" sldId="287"/>
            <ac:spMk id="13" creationId="{00000000-0000-0000-0000-000000000000}"/>
          </ac:spMkLst>
        </pc:spChg>
      </pc:sldChg>
      <pc:sldChg chg="del">
        <pc:chgData name="Sebastian Broers" userId="c3680e268fc62312" providerId="LiveId" clId="{112D6E0F-935E-4745-A350-DCBDC4B7B581}" dt="2021-05-10T08:15:13.680" v="302" actId="47"/>
        <pc:sldMkLst>
          <pc:docMk/>
          <pc:sldMk cId="556282715" sldId="288"/>
        </pc:sldMkLst>
      </pc:sldChg>
      <pc:sldChg chg="modSp add mod">
        <pc:chgData name="Sebastian Broers" userId="c3680e268fc62312" providerId="LiveId" clId="{112D6E0F-935E-4745-A350-DCBDC4B7B581}" dt="2021-05-10T08:30:56.573" v="670" actId="20577"/>
        <pc:sldMkLst>
          <pc:docMk/>
          <pc:sldMk cId="2473493549" sldId="288"/>
        </pc:sldMkLst>
        <pc:spChg chg="mod">
          <ac:chgData name="Sebastian Broers" userId="c3680e268fc62312" providerId="LiveId" clId="{112D6E0F-935E-4745-A350-DCBDC4B7B581}" dt="2021-05-10T08:30:56.573" v="670" actId="20577"/>
          <ac:spMkLst>
            <pc:docMk/>
            <pc:sldMk cId="2473493549" sldId="288"/>
            <ac:spMk id="13" creationId="{00000000-0000-0000-0000-000000000000}"/>
          </ac:spMkLst>
        </pc:spChg>
      </pc:sldChg>
      <pc:sldChg chg="del">
        <pc:chgData name="Sebastian Broers" userId="c3680e268fc62312" providerId="LiveId" clId="{112D6E0F-935E-4745-A350-DCBDC4B7B581}" dt="2021-05-10T08:15:14.177" v="303" actId="47"/>
        <pc:sldMkLst>
          <pc:docMk/>
          <pc:sldMk cId="2024054953" sldId="289"/>
        </pc:sldMkLst>
      </pc:sldChg>
      <pc:sldChg chg="modSp add mod">
        <pc:chgData name="Sebastian Broers" userId="c3680e268fc62312" providerId="LiveId" clId="{112D6E0F-935E-4745-A350-DCBDC4B7B581}" dt="2021-05-10T08:35:31.073" v="913" actId="20577"/>
        <pc:sldMkLst>
          <pc:docMk/>
          <pc:sldMk cId="4242170026" sldId="289"/>
        </pc:sldMkLst>
        <pc:spChg chg="mod">
          <ac:chgData name="Sebastian Broers" userId="c3680e268fc62312" providerId="LiveId" clId="{112D6E0F-935E-4745-A350-DCBDC4B7B581}" dt="2021-05-10T08:35:31.073" v="913" actId="20577"/>
          <ac:spMkLst>
            <pc:docMk/>
            <pc:sldMk cId="4242170026" sldId="289"/>
            <ac:spMk id="13" creationId="{00000000-0000-0000-0000-000000000000}"/>
          </ac:spMkLst>
        </pc:spChg>
      </pc:sldChg>
      <pc:sldChg chg="del">
        <pc:chgData name="Sebastian Broers" userId="c3680e268fc62312" providerId="LiveId" clId="{112D6E0F-935E-4745-A350-DCBDC4B7B581}" dt="2021-05-10T08:15:15.106" v="305" actId="47"/>
        <pc:sldMkLst>
          <pc:docMk/>
          <pc:sldMk cId="1519756176" sldId="290"/>
        </pc:sldMkLst>
      </pc:sldChg>
      <pc:sldChg chg="add del">
        <pc:chgData name="Sebastian Broers" userId="c3680e268fc62312" providerId="LiveId" clId="{112D6E0F-935E-4745-A350-DCBDC4B7B581}" dt="2021-05-10T08:36:28.708" v="914" actId="47"/>
        <pc:sldMkLst>
          <pc:docMk/>
          <pc:sldMk cId="2599376017" sldId="290"/>
        </pc:sldMkLst>
      </pc:sldChg>
      <pc:sldChg chg="modSp add mod">
        <pc:chgData name="Sebastian Broers" userId="c3680e268fc62312" providerId="LiveId" clId="{112D6E0F-935E-4745-A350-DCBDC4B7B581}" dt="2021-05-10T08:38:09.757" v="975" actId="20577"/>
        <pc:sldMkLst>
          <pc:docMk/>
          <pc:sldMk cId="3272995407" sldId="290"/>
        </pc:sldMkLst>
        <pc:spChg chg="mod">
          <ac:chgData name="Sebastian Broers" userId="c3680e268fc62312" providerId="LiveId" clId="{112D6E0F-935E-4745-A350-DCBDC4B7B581}" dt="2021-05-10T08:37:22.420" v="940" actId="20577"/>
          <ac:spMkLst>
            <pc:docMk/>
            <pc:sldMk cId="3272995407" sldId="290"/>
            <ac:spMk id="11" creationId="{00000000-0000-0000-0000-000000000000}"/>
          </ac:spMkLst>
        </pc:spChg>
        <pc:spChg chg="mod">
          <ac:chgData name="Sebastian Broers" userId="c3680e268fc62312" providerId="LiveId" clId="{112D6E0F-935E-4745-A350-DCBDC4B7B581}" dt="2021-05-10T08:38:09.757" v="975" actId="20577"/>
          <ac:spMkLst>
            <pc:docMk/>
            <pc:sldMk cId="3272995407" sldId="290"/>
            <ac:spMk id="13" creationId="{00000000-0000-0000-0000-000000000000}"/>
          </ac:spMkLst>
        </pc:spChg>
      </pc:sldChg>
      <pc:sldChg chg="del">
        <pc:chgData name="Sebastian Broers" userId="c3680e268fc62312" providerId="LiveId" clId="{112D6E0F-935E-4745-A350-DCBDC4B7B581}" dt="2021-05-10T08:15:15.580" v="306" actId="47"/>
        <pc:sldMkLst>
          <pc:docMk/>
          <pc:sldMk cId="1059367506" sldId="291"/>
        </pc:sldMkLst>
      </pc:sldChg>
      <pc:sldChg chg="addSp modSp add mod">
        <pc:chgData name="Sebastian Broers" userId="c3680e268fc62312" providerId="LiveId" clId="{112D6E0F-935E-4745-A350-DCBDC4B7B581}" dt="2021-05-10T08:39:09.679" v="984" actId="1076"/>
        <pc:sldMkLst>
          <pc:docMk/>
          <pc:sldMk cId="2322289238" sldId="291"/>
        </pc:sldMkLst>
        <pc:spChg chg="mod">
          <ac:chgData name="Sebastian Broers" userId="c3680e268fc62312" providerId="LiveId" clId="{112D6E0F-935E-4745-A350-DCBDC4B7B581}" dt="2021-05-10T08:39:01.933" v="981" actId="14100"/>
          <ac:spMkLst>
            <pc:docMk/>
            <pc:sldMk cId="2322289238" sldId="291"/>
            <ac:spMk id="13" creationId="{00000000-0000-0000-0000-000000000000}"/>
          </ac:spMkLst>
        </pc:spChg>
        <pc:picChg chg="add mod">
          <ac:chgData name="Sebastian Broers" userId="c3680e268fc62312" providerId="LiveId" clId="{112D6E0F-935E-4745-A350-DCBDC4B7B581}" dt="2021-05-10T08:39:09.679" v="984" actId="1076"/>
          <ac:picMkLst>
            <pc:docMk/>
            <pc:sldMk cId="2322289238" sldId="291"/>
            <ac:picMk id="7" creationId="{0F5EBCAB-010A-4FA3-A530-AC0E53B37AA1}"/>
          </ac:picMkLst>
        </pc:picChg>
      </pc:sldChg>
      <pc:sldChg chg="del">
        <pc:chgData name="Sebastian Broers" userId="c3680e268fc62312" providerId="LiveId" clId="{112D6E0F-935E-4745-A350-DCBDC4B7B581}" dt="2021-05-10T08:15:21.396" v="314" actId="47"/>
        <pc:sldMkLst>
          <pc:docMk/>
          <pc:sldMk cId="502501965" sldId="292"/>
        </pc:sldMkLst>
      </pc:sldChg>
      <pc:sldChg chg="modSp add mod">
        <pc:chgData name="Sebastian Broers" userId="c3680e268fc62312" providerId="LiveId" clId="{112D6E0F-935E-4745-A350-DCBDC4B7B581}" dt="2021-05-10T08:39:35.677" v="988" actId="14826"/>
        <pc:sldMkLst>
          <pc:docMk/>
          <pc:sldMk cId="1083677766" sldId="292"/>
        </pc:sldMkLst>
        <pc:spChg chg="mod">
          <ac:chgData name="Sebastian Broers" userId="c3680e268fc62312" providerId="LiveId" clId="{112D6E0F-935E-4745-A350-DCBDC4B7B581}" dt="2021-05-10T08:39:28.752" v="987" actId="20577"/>
          <ac:spMkLst>
            <pc:docMk/>
            <pc:sldMk cId="1083677766" sldId="292"/>
            <ac:spMk id="13" creationId="{00000000-0000-0000-0000-000000000000}"/>
          </ac:spMkLst>
        </pc:spChg>
        <pc:picChg chg="mod">
          <ac:chgData name="Sebastian Broers" userId="c3680e268fc62312" providerId="LiveId" clId="{112D6E0F-935E-4745-A350-DCBDC4B7B581}" dt="2021-05-10T08:39:35.677" v="988" actId="14826"/>
          <ac:picMkLst>
            <pc:docMk/>
            <pc:sldMk cId="1083677766" sldId="292"/>
            <ac:picMk id="7" creationId="{0F5EBCAB-010A-4FA3-A530-AC0E53B37AA1}"/>
          </ac:picMkLst>
        </pc:picChg>
      </pc:sldChg>
      <pc:sldChg chg="addSp delSp modSp add mod ord">
        <pc:chgData name="Sebastian Broers" userId="c3680e268fc62312" providerId="LiveId" clId="{112D6E0F-935E-4745-A350-DCBDC4B7B581}" dt="2021-05-10T08:43:24.664" v="1116" actId="20577"/>
        <pc:sldMkLst>
          <pc:docMk/>
          <pc:sldMk cId="910848392" sldId="293"/>
        </pc:sldMkLst>
        <pc:spChg chg="mod">
          <ac:chgData name="Sebastian Broers" userId="c3680e268fc62312" providerId="LiveId" clId="{112D6E0F-935E-4745-A350-DCBDC4B7B581}" dt="2021-05-10T08:43:24.664" v="1116" actId="20577"/>
          <ac:spMkLst>
            <pc:docMk/>
            <pc:sldMk cId="910848392" sldId="293"/>
            <ac:spMk id="13" creationId="{00000000-0000-0000-0000-000000000000}"/>
          </ac:spMkLst>
        </pc:spChg>
        <pc:picChg chg="del">
          <ac:chgData name="Sebastian Broers" userId="c3680e268fc62312" providerId="LiveId" clId="{112D6E0F-935E-4745-A350-DCBDC4B7B581}" dt="2021-05-10T08:40:29.388" v="992" actId="478"/>
          <ac:picMkLst>
            <pc:docMk/>
            <pc:sldMk cId="910848392" sldId="293"/>
            <ac:picMk id="7" creationId="{0F5EBCAB-010A-4FA3-A530-AC0E53B37AA1}"/>
          </ac:picMkLst>
        </pc:picChg>
        <pc:picChg chg="add mod">
          <ac:chgData name="Sebastian Broers" userId="c3680e268fc62312" providerId="LiveId" clId="{112D6E0F-935E-4745-A350-DCBDC4B7B581}" dt="2021-05-10T08:41:10.663" v="1001" actId="1076"/>
          <ac:picMkLst>
            <pc:docMk/>
            <pc:sldMk cId="910848392" sldId="293"/>
            <ac:picMk id="9" creationId="{C437DE8F-2062-4661-80C5-39B27B168FC0}"/>
          </ac:picMkLst>
        </pc:picChg>
      </pc:sldChg>
      <pc:sldChg chg="del">
        <pc:chgData name="Sebastian Broers" userId="c3680e268fc62312" providerId="LiveId" clId="{112D6E0F-935E-4745-A350-DCBDC4B7B581}" dt="2021-05-10T08:15:16.060" v="307" actId="47"/>
        <pc:sldMkLst>
          <pc:docMk/>
          <pc:sldMk cId="973243372" sldId="293"/>
        </pc:sldMkLst>
      </pc:sldChg>
      <pc:sldChg chg="addSp delSp modSp add mod">
        <pc:chgData name="Sebastian Broers" userId="c3680e268fc62312" providerId="LiveId" clId="{112D6E0F-935E-4745-A350-DCBDC4B7B581}" dt="2021-05-10T08:52:03.595" v="1434" actId="1076"/>
        <pc:sldMkLst>
          <pc:docMk/>
          <pc:sldMk cId="1873272773" sldId="294"/>
        </pc:sldMkLst>
        <pc:spChg chg="mod">
          <ac:chgData name="Sebastian Broers" userId="c3680e268fc62312" providerId="LiveId" clId="{112D6E0F-935E-4745-A350-DCBDC4B7B581}" dt="2021-05-10T08:45:27.960" v="1333" actId="20577"/>
          <ac:spMkLst>
            <pc:docMk/>
            <pc:sldMk cId="1873272773" sldId="294"/>
            <ac:spMk id="13" creationId="{00000000-0000-0000-0000-000000000000}"/>
          </ac:spMkLst>
        </pc:spChg>
        <pc:spChg chg="mod">
          <ac:chgData name="Sebastian Broers" userId="c3680e268fc62312" providerId="LiveId" clId="{112D6E0F-935E-4745-A350-DCBDC4B7B581}" dt="2021-05-10T08:51:58.474" v="1433"/>
          <ac:spMkLst>
            <pc:docMk/>
            <pc:sldMk cId="1873272773" sldId="294"/>
            <ac:spMk id="14" creationId="{260E4E87-BCB2-4B3D-9697-078673981EFD}"/>
          </ac:spMkLst>
        </pc:spChg>
        <pc:spChg chg="mod">
          <ac:chgData name="Sebastian Broers" userId="c3680e268fc62312" providerId="LiveId" clId="{112D6E0F-935E-4745-A350-DCBDC4B7B581}" dt="2021-05-10T08:51:58.474" v="1433"/>
          <ac:spMkLst>
            <pc:docMk/>
            <pc:sldMk cId="1873272773" sldId="294"/>
            <ac:spMk id="15" creationId="{7184C7EC-6EA7-4399-B333-9522AA5C4265}"/>
          </ac:spMkLst>
        </pc:spChg>
        <pc:spChg chg="mod">
          <ac:chgData name="Sebastian Broers" userId="c3680e268fc62312" providerId="LiveId" clId="{112D6E0F-935E-4745-A350-DCBDC4B7B581}" dt="2021-05-10T08:51:58.474" v="1433"/>
          <ac:spMkLst>
            <pc:docMk/>
            <pc:sldMk cId="1873272773" sldId="294"/>
            <ac:spMk id="16" creationId="{B7ED52BD-8C7E-436F-AEC8-52193043FEA4}"/>
          </ac:spMkLst>
        </pc:spChg>
        <pc:spChg chg="mod">
          <ac:chgData name="Sebastian Broers" userId="c3680e268fc62312" providerId="LiveId" clId="{112D6E0F-935E-4745-A350-DCBDC4B7B581}" dt="2021-05-10T08:51:58.474" v="1433"/>
          <ac:spMkLst>
            <pc:docMk/>
            <pc:sldMk cId="1873272773" sldId="294"/>
            <ac:spMk id="17" creationId="{2B8462FF-BA61-4F7D-A965-3390912A7765}"/>
          </ac:spMkLst>
        </pc:spChg>
        <pc:spChg chg="mod">
          <ac:chgData name="Sebastian Broers" userId="c3680e268fc62312" providerId="LiveId" clId="{112D6E0F-935E-4745-A350-DCBDC4B7B581}" dt="2021-05-10T08:51:58.474" v="1433"/>
          <ac:spMkLst>
            <pc:docMk/>
            <pc:sldMk cId="1873272773" sldId="294"/>
            <ac:spMk id="19" creationId="{3E6CFD4F-50A5-4E22-9B31-1FA403B33266}"/>
          </ac:spMkLst>
        </pc:spChg>
        <pc:grpChg chg="add mod">
          <ac:chgData name="Sebastian Broers" userId="c3680e268fc62312" providerId="LiveId" clId="{112D6E0F-935E-4745-A350-DCBDC4B7B581}" dt="2021-05-10T08:52:03.595" v="1434" actId="1076"/>
          <ac:grpSpMkLst>
            <pc:docMk/>
            <pc:sldMk cId="1873272773" sldId="294"/>
            <ac:grpSpMk id="10" creationId="{2EE844D5-52D6-406C-9A28-9021F5C0C969}"/>
          </ac:grpSpMkLst>
        </pc:grpChg>
        <pc:grpChg chg="mod">
          <ac:chgData name="Sebastian Broers" userId="c3680e268fc62312" providerId="LiveId" clId="{112D6E0F-935E-4745-A350-DCBDC4B7B581}" dt="2021-05-10T08:51:58.474" v="1433"/>
          <ac:grpSpMkLst>
            <pc:docMk/>
            <pc:sldMk cId="1873272773" sldId="294"/>
            <ac:grpSpMk id="12" creationId="{5E44E379-CBC0-4909-ADB1-1B116866E9A2}"/>
          </ac:grpSpMkLst>
        </pc:grpChg>
        <pc:picChg chg="del">
          <ac:chgData name="Sebastian Broers" userId="c3680e268fc62312" providerId="LiveId" clId="{112D6E0F-935E-4745-A350-DCBDC4B7B581}" dt="2021-05-10T08:44:00.018" v="1118" actId="478"/>
          <ac:picMkLst>
            <pc:docMk/>
            <pc:sldMk cId="1873272773" sldId="294"/>
            <ac:picMk id="9" creationId="{C437DE8F-2062-4661-80C5-39B27B168FC0}"/>
          </ac:picMkLst>
        </pc:picChg>
        <pc:picChg chg="mod">
          <ac:chgData name="Sebastian Broers" userId="c3680e268fc62312" providerId="LiveId" clId="{112D6E0F-935E-4745-A350-DCBDC4B7B581}" dt="2021-05-10T08:51:58.474" v="1433"/>
          <ac:picMkLst>
            <pc:docMk/>
            <pc:sldMk cId="1873272773" sldId="294"/>
            <ac:picMk id="18" creationId="{62B916C4-90B4-4A9D-9859-22EB1154C554}"/>
          </ac:picMkLst>
        </pc:picChg>
      </pc:sldChg>
      <pc:sldChg chg="del">
        <pc:chgData name="Sebastian Broers" userId="c3680e268fc62312" providerId="LiveId" clId="{112D6E0F-935E-4745-A350-DCBDC4B7B581}" dt="2021-05-10T08:15:16.608" v="308" actId="47"/>
        <pc:sldMkLst>
          <pc:docMk/>
          <pc:sldMk cId="2705716624" sldId="294"/>
        </pc:sldMkLst>
      </pc:sldChg>
      <pc:sldChg chg="del">
        <pc:chgData name="Sebastian Broers" userId="c3680e268fc62312" providerId="LiveId" clId="{112D6E0F-935E-4745-A350-DCBDC4B7B581}" dt="2021-05-10T08:15:17.255" v="309" actId="47"/>
        <pc:sldMkLst>
          <pc:docMk/>
          <pc:sldMk cId="1243754894" sldId="295"/>
        </pc:sldMkLst>
      </pc:sldChg>
      <pc:sldChg chg="addSp delSp modSp new add del mod">
        <pc:chgData name="Sebastian Broers" userId="c3680e268fc62312" providerId="LiveId" clId="{112D6E0F-935E-4745-A350-DCBDC4B7B581}" dt="2021-05-10T08:52:28.345" v="1435" actId="47"/>
        <pc:sldMkLst>
          <pc:docMk/>
          <pc:sldMk cId="2492341262" sldId="295"/>
        </pc:sldMkLst>
        <pc:spChg chg="add del mod">
          <ac:chgData name="Sebastian Broers" userId="c3680e268fc62312" providerId="LiveId" clId="{112D6E0F-935E-4745-A350-DCBDC4B7B581}" dt="2021-05-10T08:46:59.827" v="1359" actId="1076"/>
          <ac:spMkLst>
            <pc:docMk/>
            <pc:sldMk cId="2492341262" sldId="295"/>
            <ac:spMk id="5" creationId="{095A571C-0CE8-453C-96E7-3CF1BDF51F30}"/>
          </ac:spMkLst>
        </pc:spChg>
        <pc:spChg chg="add del">
          <ac:chgData name="Sebastian Broers" userId="c3680e268fc62312" providerId="LiveId" clId="{112D6E0F-935E-4745-A350-DCBDC4B7B581}" dt="2021-05-10T08:46:27.481" v="1343" actId="478"/>
          <ac:spMkLst>
            <pc:docMk/>
            <pc:sldMk cId="2492341262" sldId="295"/>
            <ac:spMk id="6" creationId="{D9EE721A-D22F-4DE6-ABEB-144C9901A673}"/>
          </ac:spMkLst>
        </pc:spChg>
        <pc:spChg chg="mod">
          <ac:chgData name="Sebastian Broers" userId="c3680e268fc62312" providerId="LiveId" clId="{112D6E0F-935E-4745-A350-DCBDC4B7B581}" dt="2021-05-10T08:46:15.070" v="1335"/>
          <ac:spMkLst>
            <pc:docMk/>
            <pc:sldMk cId="2492341262" sldId="295"/>
            <ac:spMk id="9" creationId="{990525C5-6974-4492-8CC5-15B3A96C313A}"/>
          </ac:spMkLst>
        </pc:spChg>
        <pc:spChg chg="mod">
          <ac:chgData name="Sebastian Broers" userId="c3680e268fc62312" providerId="LiveId" clId="{112D6E0F-935E-4745-A350-DCBDC4B7B581}" dt="2021-05-10T08:46:15.070" v="1335"/>
          <ac:spMkLst>
            <pc:docMk/>
            <pc:sldMk cId="2492341262" sldId="295"/>
            <ac:spMk id="10" creationId="{ACC04203-0F48-4744-A05C-6D4F792E8768}"/>
          </ac:spMkLst>
        </pc:spChg>
        <pc:spChg chg="mod">
          <ac:chgData name="Sebastian Broers" userId="c3680e268fc62312" providerId="LiveId" clId="{112D6E0F-935E-4745-A350-DCBDC4B7B581}" dt="2021-05-10T08:46:15.070" v="1335"/>
          <ac:spMkLst>
            <pc:docMk/>
            <pc:sldMk cId="2492341262" sldId="295"/>
            <ac:spMk id="14" creationId="{3DAEE77E-3452-4C89-9D84-B868B6D9065F}"/>
          </ac:spMkLst>
        </pc:spChg>
        <pc:spChg chg="mod">
          <ac:chgData name="Sebastian Broers" userId="c3680e268fc62312" providerId="LiveId" clId="{112D6E0F-935E-4745-A350-DCBDC4B7B581}" dt="2021-05-10T08:46:15.070" v="1335"/>
          <ac:spMkLst>
            <pc:docMk/>
            <pc:sldMk cId="2492341262" sldId="295"/>
            <ac:spMk id="16" creationId="{727F931C-0C8E-4726-8B83-0F514437DCE0}"/>
          </ac:spMkLst>
        </pc:spChg>
        <pc:spChg chg="mod">
          <ac:chgData name="Sebastian Broers" userId="c3680e268fc62312" providerId="LiveId" clId="{112D6E0F-935E-4745-A350-DCBDC4B7B581}" dt="2021-05-10T08:46:15.070" v="1335"/>
          <ac:spMkLst>
            <pc:docMk/>
            <pc:sldMk cId="2492341262" sldId="295"/>
            <ac:spMk id="19" creationId="{90EB488B-E21D-466F-8927-4C48B7C78336}"/>
          </ac:spMkLst>
        </pc:spChg>
        <pc:spChg chg="mod">
          <ac:chgData name="Sebastian Broers" userId="c3680e268fc62312" providerId="LiveId" clId="{112D6E0F-935E-4745-A350-DCBDC4B7B581}" dt="2021-05-10T08:46:15.070" v="1335"/>
          <ac:spMkLst>
            <pc:docMk/>
            <pc:sldMk cId="2492341262" sldId="295"/>
            <ac:spMk id="20" creationId="{8EFD2A97-B1F7-452E-BE2A-CB0B0DD5D850}"/>
          </ac:spMkLst>
        </pc:spChg>
        <pc:spChg chg="mod">
          <ac:chgData name="Sebastian Broers" userId="c3680e268fc62312" providerId="LiveId" clId="{112D6E0F-935E-4745-A350-DCBDC4B7B581}" dt="2021-05-10T08:46:15.070" v="1335"/>
          <ac:spMkLst>
            <pc:docMk/>
            <pc:sldMk cId="2492341262" sldId="295"/>
            <ac:spMk id="21" creationId="{AD3DA611-E534-4C88-B0F8-681E683988F3}"/>
          </ac:spMkLst>
        </pc:spChg>
        <pc:spChg chg="mod">
          <ac:chgData name="Sebastian Broers" userId="c3680e268fc62312" providerId="LiveId" clId="{112D6E0F-935E-4745-A350-DCBDC4B7B581}" dt="2021-05-10T08:46:15.070" v="1335"/>
          <ac:spMkLst>
            <pc:docMk/>
            <pc:sldMk cId="2492341262" sldId="295"/>
            <ac:spMk id="22" creationId="{D45370E2-FC0A-4AED-B93B-D1C0670132CF}"/>
          </ac:spMkLst>
        </pc:spChg>
        <pc:spChg chg="mod">
          <ac:chgData name="Sebastian Broers" userId="c3680e268fc62312" providerId="LiveId" clId="{112D6E0F-935E-4745-A350-DCBDC4B7B581}" dt="2021-05-10T08:46:15.070" v="1335"/>
          <ac:spMkLst>
            <pc:docMk/>
            <pc:sldMk cId="2492341262" sldId="295"/>
            <ac:spMk id="23" creationId="{8EAC8DA3-6336-4FA7-BF61-0E6C9D433C63}"/>
          </ac:spMkLst>
        </pc:spChg>
        <pc:spChg chg="mod">
          <ac:chgData name="Sebastian Broers" userId="c3680e268fc62312" providerId="LiveId" clId="{112D6E0F-935E-4745-A350-DCBDC4B7B581}" dt="2021-05-10T08:46:15.070" v="1335"/>
          <ac:spMkLst>
            <pc:docMk/>
            <pc:sldMk cId="2492341262" sldId="295"/>
            <ac:spMk id="24" creationId="{AE55E34C-C517-4197-AF04-C55646666FCB}"/>
          </ac:spMkLst>
        </pc:spChg>
        <pc:spChg chg="mod">
          <ac:chgData name="Sebastian Broers" userId="c3680e268fc62312" providerId="LiveId" clId="{112D6E0F-935E-4745-A350-DCBDC4B7B581}" dt="2021-05-10T08:46:15.070" v="1335"/>
          <ac:spMkLst>
            <pc:docMk/>
            <pc:sldMk cId="2492341262" sldId="295"/>
            <ac:spMk id="25" creationId="{E0DFA0D8-4F73-4237-B42C-0ACE696A4BCD}"/>
          </ac:spMkLst>
        </pc:spChg>
        <pc:spChg chg="mod">
          <ac:chgData name="Sebastian Broers" userId="c3680e268fc62312" providerId="LiveId" clId="{112D6E0F-935E-4745-A350-DCBDC4B7B581}" dt="2021-05-10T08:46:15.070" v="1335"/>
          <ac:spMkLst>
            <pc:docMk/>
            <pc:sldMk cId="2492341262" sldId="295"/>
            <ac:spMk id="26" creationId="{419BF3EA-2DCC-4267-BEC1-0F0969E1CD9B}"/>
          </ac:spMkLst>
        </pc:spChg>
        <pc:spChg chg="del mod topLvl">
          <ac:chgData name="Sebastian Broers" userId="c3680e268fc62312" providerId="LiveId" clId="{112D6E0F-935E-4745-A350-DCBDC4B7B581}" dt="2021-05-10T08:46:54.562" v="1357" actId="478"/>
          <ac:spMkLst>
            <pc:docMk/>
            <pc:sldMk cId="2492341262" sldId="295"/>
            <ac:spMk id="29" creationId="{F3CE3D48-245D-480E-B51A-DA59466C68EE}"/>
          </ac:spMkLst>
        </pc:spChg>
        <pc:spChg chg="del mod topLvl">
          <ac:chgData name="Sebastian Broers" userId="c3680e268fc62312" providerId="LiveId" clId="{112D6E0F-935E-4745-A350-DCBDC4B7B581}" dt="2021-05-10T08:49:17.881" v="1403" actId="478"/>
          <ac:spMkLst>
            <pc:docMk/>
            <pc:sldMk cId="2492341262" sldId="295"/>
            <ac:spMk id="30" creationId="{8C663369-70F8-4EF5-99E8-3BECE9D6470D}"/>
          </ac:spMkLst>
        </pc:spChg>
        <pc:spChg chg="add del mod topLvl">
          <ac:chgData name="Sebastian Broers" userId="c3680e268fc62312" providerId="LiveId" clId="{112D6E0F-935E-4745-A350-DCBDC4B7B581}" dt="2021-05-10T08:46:55.754" v="1358" actId="478"/>
          <ac:spMkLst>
            <pc:docMk/>
            <pc:sldMk cId="2492341262" sldId="295"/>
            <ac:spMk id="34" creationId="{2ACDBA3D-8AAB-4F68-A849-287CAD42363D}"/>
          </ac:spMkLst>
        </pc:spChg>
        <pc:spChg chg="mod topLvl">
          <ac:chgData name="Sebastian Broers" userId="c3680e268fc62312" providerId="LiveId" clId="{112D6E0F-935E-4745-A350-DCBDC4B7B581}" dt="2021-05-10T08:49:13.207" v="1402" actId="20577"/>
          <ac:spMkLst>
            <pc:docMk/>
            <pc:sldMk cId="2492341262" sldId="295"/>
            <ac:spMk id="36" creationId="{BD7818FF-8281-4A0F-8D32-D3673C1868F1}"/>
          </ac:spMkLst>
        </pc:spChg>
        <pc:spChg chg="mod">
          <ac:chgData name="Sebastian Broers" userId="c3680e268fc62312" providerId="LiveId" clId="{112D6E0F-935E-4745-A350-DCBDC4B7B581}" dt="2021-05-10T08:49:51.145" v="1416" actId="6549"/>
          <ac:spMkLst>
            <pc:docMk/>
            <pc:sldMk cId="2492341262" sldId="295"/>
            <ac:spMk id="39" creationId="{7434AF8B-4EBB-4355-80C1-38AB69626DD3}"/>
          </ac:spMkLst>
        </pc:spChg>
        <pc:spChg chg="del mod">
          <ac:chgData name="Sebastian Broers" userId="c3680e268fc62312" providerId="LiveId" clId="{112D6E0F-935E-4745-A350-DCBDC4B7B581}" dt="2021-05-10T08:47:44.686" v="1370" actId="478"/>
          <ac:spMkLst>
            <pc:docMk/>
            <pc:sldMk cId="2492341262" sldId="295"/>
            <ac:spMk id="40" creationId="{F41B6542-A996-4C6E-9E74-62E145838BA6}"/>
          </ac:spMkLst>
        </pc:spChg>
        <pc:spChg chg="del mod">
          <ac:chgData name="Sebastian Broers" userId="c3680e268fc62312" providerId="LiveId" clId="{112D6E0F-935E-4745-A350-DCBDC4B7B581}" dt="2021-05-10T08:47:41.874" v="1369" actId="478"/>
          <ac:spMkLst>
            <pc:docMk/>
            <pc:sldMk cId="2492341262" sldId="295"/>
            <ac:spMk id="41" creationId="{164EF8A0-F8BF-4A6A-A27B-EC56F684E8FB}"/>
          </ac:spMkLst>
        </pc:spChg>
        <pc:spChg chg="mod">
          <ac:chgData name="Sebastian Broers" userId="c3680e268fc62312" providerId="LiveId" clId="{112D6E0F-935E-4745-A350-DCBDC4B7B581}" dt="2021-05-10T08:49:34.180" v="1410" actId="6549"/>
          <ac:spMkLst>
            <pc:docMk/>
            <pc:sldMk cId="2492341262" sldId="295"/>
            <ac:spMk id="42" creationId="{85CC7725-18C6-45DE-A62A-526C3E0740A3}"/>
          </ac:spMkLst>
        </pc:spChg>
        <pc:spChg chg="del mod">
          <ac:chgData name="Sebastian Broers" userId="c3680e268fc62312" providerId="LiveId" clId="{112D6E0F-935E-4745-A350-DCBDC4B7B581}" dt="2021-05-10T08:47:37.864" v="1367" actId="478"/>
          <ac:spMkLst>
            <pc:docMk/>
            <pc:sldMk cId="2492341262" sldId="295"/>
            <ac:spMk id="43" creationId="{FF1437C0-93D9-484A-9728-F7544269DDB9}"/>
          </ac:spMkLst>
        </pc:spChg>
        <pc:spChg chg="del mod">
          <ac:chgData name="Sebastian Broers" userId="c3680e268fc62312" providerId="LiveId" clId="{112D6E0F-935E-4745-A350-DCBDC4B7B581}" dt="2021-05-10T08:47:39.809" v="1368" actId="478"/>
          <ac:spMkLst>
            <pc:docMk/>
            <pc:sldMk cId="2492341262" sldId="295"/>
            <ac:spMk id="44" creationId="{7AD02196-7EF3-4F4A-84B9-BF7DD2B92AFF}"/>
          </ac:spMkLst>
        </pc:spChg>
        <pc:spChg chg="del mod topLvl">
          <ac:chgData name="Sebastian Broers" userId="c3680e268fc62312" providerId="LiveId" clId="{112D6E0F-935E-4745-A350-DCBDC4B7B581}" dt="2021-05-10T08:46:50.980" v="1354" actId="478"/>
          <ac:spMkLst>
            <pc:docMk/>
            <pc:sldMk cId="2492341262" sldId="295"/>
            <ac:spMk id="45" creationId="{5A4E1479-8EB8-477B-BE9D-F67CC6965BAF}"/>
          </ac:spMkLst>
        </pc:spChg>
        <pc:spChg chg="del mod topLvl">
          <ac:chgData name="Sebastian Broers" userId="c3680e268fc62312" providerId="LiveId" clId="{112D6E0F-935E-4745-A350-DCBDC4B7B581}" dt="2021-05-10T08:46:51.420" v="1355" actId="478"/>
          <ac:spMkLst>
            <pc:docMk/>
            <pc:sldMk cId="2492341262" sldId="295"/>
            <ac:spMk id="46" creationId="{3667FCD0-5F39-4863-9A2F-29C5C4090678}"/>
          </ac:spMkLst>
        </pc:spChg>
        <pc:spChg chg="add mod">
          <ac:chgData name="Sebastian Broers" userId="c3680e268fc62312" providerId="LiveId" clId="{112D6E0F-935E-4745-A350-DCBDC4B7B581}" dt="2021-05-10T08:51:54.688" v="1432" actId="164"/>
          <ac:spMkLst>
            <pc:docMk/>
            <pc:sldMk cId="2492341262" sldId="295"/>
            <ac:spMk id="49" creationId="{FF957636-E323-4FC5-AFFA-DE9562B91DE7}"/>
          </ac:spMkLst>
        </pc:spChg>
        <pc:spChg chg="add mod">
          <ac:chgData name="Sebastian Broers" userId="c3680e268fc62312" providerId="LiveId" clId="{112D6E0F-935E-4745-A350-DCBDC4B7B581}" dt="2021-05-10T08:51:54.688" v="1432" actId="164"/>
          <ac:spMkLst>
            <pc:docMk/>
            <pc:sldMk cId="2492341262" sldId="295"/>
            <ac:spMk id="50" creationId="{F4D4C894-B15D-4D6C-A0C3-246D8D065FE9}"/>
          </ac:spMkLst>
        </pc:spChg>
        <pc:grpChg chg="add del mod">
          <ac:chgData name="Sebastian Broers" userId="c3680e268fc62312" providerId="LiveId" clId="{112D6E0F-935E-4745-A350-DCBDC4B7B581}" dt="2021-05-10T08:46:22.504" v="1340"/>
          <ac:grpSpMkLst>
            <pc:docMk/>
            <pc:sldMk cId="2492341262" sldId="295"/>
            <ac:grpSpMk id="8" creationId="{F8A90D87-2D83-4782-B855-DB1E94292F3B}"/>
          </ac:grpSpMkLst>
        </pc:grpChg>
        <pc:grpChg chg="mod">
          <ac:chgData name="Sebastian Broers" userId="c3680e268fc62312" providerId="LiveId" clId="{112D6E0F-935E-4745-A350-DCBDC4B7B581}" dt="2021-05-10T08:46:15.070" v="1335"/>
          <ac:grpSpMkLst>
            <pc:docMk/>
            <pc:sldMk cId="2492341262" sldId="295"/>
            <ac:grpSpMk id="11" creationId="{3C57997D-CD69-43F9-8C1F-AB8DE461D117}"/>
          </ac:grpSpMkLst>
        </pc:grpChg>
        <pc:grpChg chg="mod">
          <ac:chgData name="Sebastian Broers" userId="c3680e268fc62312" providerId="LiveId" clId="{112D6E0F-935E-4745-A350-DCBDC4B7B581}" dt="2021-05-10T08:46:15.070" v="1335"/>
          <ac:grpSpMkLst>
            <pc:docMk/>
            <pc:sldMk cId="2492341262" sldId="295"/>
            <ac:grpSpMk id="12" creationId="{9D60F184-FF07-4E8F-ACB2-1C8086B6E3F8}"/>
          </ac:grpSpMkLst>
        </pc:grpChg>
        <pc:grpChg chg="mod">
          <ac:chgData name="Sebastian Broers" userId="c3680e268fc62312" providerId="LiveId" clId="{112D6E0F-935E-4745-A350-DCBDC4B7B581}" dt="2021-05-10T08:46:15.070" v="1335"/>
          <ac:grpSpMkLst>
            <pc:docMk/>
            <pc:sldMk cId="2492341262" sldId="295"/>
            <ac:grpSpMk id="13" creationId="{5A632F47-B1B7-407F-8A4C-60C6A1B90EA7}"/>
          </ac:grpSpMkLst>
        </pc:grpChg>
        <pc:grpChg chg="mod">
          <ac:chgData name="Sebastian Broers" userId="c3680e268fc62312" providerId="LiveId" clId="{112D6E0F-935E-4745-A350-DCBDC4B7B581}" dt="2021-05-10T08:46:15.070" v="1335"/>
          <ac:grpSpMkLst>
            <pc:docMk/>
            <pc:sldMk cId="2492341262" sldId="295"/>
            <ac:grpSpMk id="15" creationId="{3CACB1A9-A1D6-446A-B186-D4A0C0D20A37}"/>
          </ac:grpSpMkLst>
        </pc:grpChg>
        <pc:grpChg chg="mod">
          <ac:chgData name="Sebastian Broers" userId="c3680e268fc62312" providerId="LiveId" clId="{112D6E0F-935E-4745-A350-DCBDC4B7B581}" dt="2021-05-10T08:46:15.070" v="1335"/>
          <ac:grpSpMkLst>
            <pc:docMk/>
            <pc:sldMk cId="2492341262" sldId="295"/>
            <ac:grpSpMk id="18" creationId="{DF8B733C-FD39-4C2C-AD27-2A0E695B8846}"/>
          </ac:grpSpMkLst>
        </pc:grpChg>
        <pc:grpChg chg="add del mod">
          <ac:chgData name="Sebastian Broers" userId="c3680e268fc62312" providerId="LiveId" clId="{112D6E0F-935E-4745-A350-DCBDC4B7B581}" dt="2021-05-10T08:46:37.851" v="1349" actId="165"/>
          <ac:grpSpMkLst>
            <pc:docMk/>
            <pc:sldMk cId="2492341262" sldId="295"/>
            <ac:grpSpMk id="28" creationId="{EEBE458F-60D0-4CBF-A2DB-06BFD9CA3710}"/>
          </ac:grpSpMkLst>
        </pc:grpChg>
        <pc:grpChg chg="del mod topLvl">
          <ac:chgData name="Sebastian Broers" userId="c3680e268fc62312" providerId="LiveId" clId="{112D6E0F-935E-4745-A350-DCBDC4B7B581}" dt="2021-05-10T08:46:42.455" v="1350" actId="165"/>
          <ac:grpSpMkLst>
            <pc:docMk/>
            <pc:sldMk cId="2492341262" sldId="295"/>
            <ac:grpSpMk id="31" creationId="{7E615CF2-CC77-4B60-921E-A5EBB7794DCC}"/>
          </ac:grpSpMkLst>
        </pc:grpChg>
        <pc:grpChg chg="add del mod topLvl">
          <ac:chgData name="Sebastian Broers" userId="c3680e268fc62312" providerId="LiveId" clId="{112D6E0F-935E-4745-A350-DCBDC4B7B581}" dt="2021-05-10T08:46:49.616" v="1353" actId="165"/>
          <ac:grpSpMkLst>
            <pc:docMk/>
            <pc:sldMk cId="2492341262" sldId="295"/>
            <ac:grpSpMk id="32" creationId="{B217133A-73E7-4B90-B1DE-31D9382F38FA}"/>
          </ac:grpSpMkLst>
        </pc:grpChg>
        <pc:grpChg chg="add del mod topLvl">
          <ac:chgData name="Sebastian Broers" userId="c3680e268fc62312" providerId="LiveId" clId="{112D6E0F-935E-4745-A350-DCBDC4B7B581}" dt="2021-05-10T08:46:49.616" v="1353" actId="165"/>
          <ac:grpSpMkLst>
            <pc:docMk/>
            <pc:sldMk cId="2492341262" sldId="295"/>
            <ac:grpSpMk id="33" creationId="{03749D3D-5BE7-403D-B2E1-D8FB966D806D}"/>
          </ac:grpSpMkLst>
        </pc:grpChg>
        <pc:grpChg chg="del mod topLvl">
          <ac:chgData name="Sebastian Broers" userId="c3680e268fc62312" providerId="LiveId" clId="{112D6E0F-935E-4745-A350-DCBDC4B7B581}" dt="2021-05-10T08:47:39.809" v="1368" actId="478"/>
          <ac:grpSpMkLst>
            <pc:docMk/>
            <pc:sldMk cId="2492341262" sldId="295"/>
            <ac:grpSpMk id="35" creationId="{BB294864-5733-402E-B164-AC8C19AA27E0}"/>
          </ac:grpSpMkLst>
        </pc:grpChg>
        <pc:grpChg chg="del mod topLvl">
          <ac:chgData name="Sebastian Broers" userId="c3680e268fc62312" providerId="LiveId" clId="{112D6E0F-935E-4745-A350-DCBDC4B7B581}" dt="2021-05-10T08:47:44.686" v="1370" actId="478"/>
          <ac:grpSpMkLst>
            <pc:docMk/>
            <pc:sldMk cId="2492341262" sldId="295"/>
            <ac:grpSpMk id="38" creationId="{0806C2FC-99C4-4CE4-8729-CFF2F0CBCF2E}"/>
          </ac:grpSpMkLst>
        </pc:grpChg>
        <pc:grpChg chg="add mod">
          <ac:chgData name="Sebastian Broers" userId="c3680e268fc62312" providerId="LiveId" clId="{112D6E0F-935E-4745-A350-DCBDC4B7B581}" dt="2021-05-10T08:51:54.688" v="1432" actId="164"/>
          <ac:grpSpMkLst>
            <pc:docMk/>
            <pc:sldMk cId="2492341262" sldId="295"/>
            <ac:grpSpMk id="48" creationId="{0D4B6245-1C93-4507-8949-D46F870D907A}"/>
          </ac:grpSpMkLst>
        </pc:grpChg>
        <pc:grpChg chg="add mod">
          <ac:chgData name="Sebastian Broers" userId="c3680e268fc62312" providerId="LiveId" clId="{112D6E0F-935E-4745-A350-DCBDC4B7B581}" dt="2021-05-10T08:51:54.688" v="1432" actId="164"/>
          <ac:grpSpMkLst>
            <pc:docMk/>
            <pc:sldMk cId="2492341262" sldId="295"/>
            <ac:grpSpMk id="51" creationId="{6D76B329-0F7C-46ED-B7C8-AB3BECA417E5}"/>
          </ac:grpSpMkLst>
        </pc:grpChg>
        <pc:picChg chg="mod">
          <ac:chgData name="Sebastian Broers" userId="c3680e268fc62312" providerId="LiveId" clId="{112D6E0F-935E-4745-A350-DCBDC4B7B581}" dt="2021-05-10T08:46:15.070" v="1335"/>
          <ac:picMkLst>
            <pc:docMk/>
            <pc:sldMk cId="2492341262" sldId="295"/>
            <ac:picMk id="17" creationId="{1E0718E5-BDE2-4662-993D-CDBE2798E6BE}"/>
          </ac:picMkLst>
        </pc:picChg>
        <pc:picChg chg="mod">
          <ac:chgData name="Sebastian Broers" userId="c3680e268fc62312" providerId="LiveId" clId="{112D6E0F-935E-4745-A350-DCBDC4B7B581}" dt="2021-05-10T08:46:15.070" v="1335"/>
          <ac:picMkLst>
            <pc:docMk/>
            <pc:sldMk cId="2492341262" sldId="295"/>
            <ac:picMk id="27" creationId="{A3CC1490-D4CC-4BBE-AABF-0D884863AC2B}"/>
          </ac:picMkLst>
        </pc:picChg>
        <pc:picChg chg="mod topLvl">
          <ac:chgData name="Sebastian Broers" userId="c3680e268fc62312" providerId="LiveId" clId="{112D6E0F-935E-4745-A350-DCBDC4B7B581}" dt="2021-05-10T08:51:06.077" v="1429" actId="1076"/>
          <ac:picMkLst>
            <pc:docMk/>
            <pc:sldMk cId="2492341262" sldId="295"/>
            <ac:picMk id="37" creationId="{AA4F65F1-F74C-4CAF-A928-4471F5606C21}"/>
          </ac:picMkLst>
        </pc:picChg>
        <pc:picChg chg="del mod">
          <ac:chgData name="Sebastian Broers" userId="c3680e268fc62312" providerId="LiveId" clId="{112D6E0F-935E-4745-A350-DCBDC4B7B581}" dt="2021-05-10T08:46:31.335" v="1346" actId="478"/>
          <ac:picMkLst>
            <pc:docMk/>
            <pc:sldMk cId="2492341262" sldId="295"/>
            <ac:picMk id="47" creationId="{E4B6D8B9-DAB9-44EF-8829-22A400C9F9A3}"/>
          </ac:picMkLst>
        </pc:picChg>
      </pc:sldChg>
      <pc:sldChg chg="addSp modSp add del mod modNotesTx">
        <pc:chgData name="Sebastian Broers" userId="c3680e268fc62312" providerId="LiveId" clId="{112D6E0F-935E-4745-A350-DCBDC4B7B581}" dt="2021-05-10T08:55:22.909" v="1484" actId="20577"/>
        <pc:sldMkLst>
          <pc:docMk/>
          <pc:sldMk cId="3615464403" sldId="295"/>
        </pc:sldMkLst>
        <pc:spChg chg="mod">
          <ac:chgData name="Sebastian Broers" userId="c3680e268fc62312" providerId="LiveId" clId="{112D6E0F-935E-4745-A350-DCBDC4B7B581}" dt="2021-05-10T08:53:47.341" v="1463" actId="5793"/>
          <ac:spMkLst>
            <pc:docMk/>
            <pc:sldMk cId="3615464403" sldId="295"/>
            <ac:spMk id="13" creationId="{00000000-0000-0000-0000-000000000000}"/>
          </ac:spMkLst>
        </pc:spChg>
        <pc:picChg chg="add mod">
          <ac:chgData name="Sebastian Broers" userId="c3680e268fc62312" providerId="LiveId" clId="{112D6E0F-935E-4745-A350-DCBDC4B7B581}" dt="2021-05-10T08:53:58.340" v="1466" actId="1076"/>
          <ac:picMkLst>
            <pc:docMk/>
            <pc:sldMk cId="3615464403" sldId="295"/>
            <ac:picMk id="7" creationId="{1E0F9297-512B-49CE-9DE2-2784CF65AE3A}"/>
          </ac:picMkLst>
        </pc:picChg>
      </pc:sldChg>
      <pc:sldChg chg="addSp delSp modSp add mod chgLayout modNotesTx">
        <pc:chgData name="Sebastian Broers" userId="c3680e268fc62312" providerId="LiveId" clId="{112D6E0F-935E-4745-A350-DCBDC4B7B581}" dt="2021-05-10T08:56:22.611" v="1502" actId="20577"/>
        <pc:sldMkLst>
          <pc:docMk/>
          <pc:sldMk cId="241385523" sldId="296"/>
        </pc:sldMkLst>
        <pc:spChg chg="add del mod">
          <ac:chgData name="Sebastian Broers" userId="c3680e268fc62312" providerId="LiveId" clId="{112D6E0F-935E-4745-A350-DCBDC4B7B581}" dt="2021-05-10T08:54:19.576" v="1471" actId="6264"/>
          <ac:spMkLst>
            <pc:docMk/>
            <pc:sldMk cId="241385523" sldId="296"/>
            <ac:spMk id="2" creationId="{722FAB0F-2E33-4AB8-85BE-0B2BFDDE77C1}"/>
          </ac:spMkLst>
        </pc:spChg>
        <pc:spChg chg="mod ord">
          <ac:chgData name="Sebastian Broers" userId="c3680e268fc62312" providerId="LiveId" clId="{112D6E0F-935E-4745-A350-DCBDC4B7B581}" dt="2021-05-10T08:54:19.576" v="1471" actId="6264"/>
          <ac:spMkLst>
            <pc:docMk/>
            <pc:sldMk cId="241385523" sldId="296"/>
            <ac:spMk id="3" creationId="{00000000-0000-0000-0000-000000000000}"/>
          </ac:spMkLst>
        </pc:spChg>
        <pc:spChg chg="add del mod">
          <ac:chgData name="Sebastian Broers" userId="c3680e268fc62312" providerId="LiveId" clId="{112D6E0F-935E-4745-A350-DCBDC4B7B581}" dt="2021-05-10T08:54:19.576" v="1471" actId="6264"/>
          <ac:spMkLst>
            <pc:docMk/>
            <pc:sldMk cId="241385523" sldId="296"/>
            <ac:spMk id="4" creationId="{004AC8EC-AF0A-454D-A402-AE240E75CABC}"/>
          </ac:spMkLst>
        </pc:spChg>
        <pc:spChg chg="mod ord">
          <ac:chgData name="Sebastian Broers" userId="c3680e268fc62312" providerId="LiveId" clId="{112D6E0F-935E-4745-A350-DCBDC4B7B581}" dt="2021-05-10T08:54:19.576" v="1471" actId="6264"/>
          <ac:spMkLst>
            <pc:docMk/>
            <pc:sldMk cId="241385523" sldId="296"/>
            <ac:spMk id="5" creationId="{00000000-0000-0000-0000-000000000000}"/>
          </ac:spMkLst>
        </pc:spChg>
        <pc:spChg chg="add del mod">
          <ac:chgData name="Sebastian Broers" userId="c3680e268fc62312" providerId="LiveId" clId="{112D6E0F-935E-4745-A350-DCBDC4B7B581}" dt="2021-05-10T08:54:19.576" v="1471" actId="6264"/>
          <ac:spMkLst>
            <pc:docMk/>
            <pc:sldMk cId="241385523" sldId="296"/>
            <ac:spMk id="6" creationId="{0A3EEC15-AE9C-496D-98B6-8A062CEDE509}"/>
          </ac:spMkLst>
        </pc:spChg>
        <pc:spChg chg="mod ord">
          <ac:chgData name="Sebastian Broers" userId="c3680e268fc62312" providerId="LiveId" clId="{112D6E0F-935E-4745-A350-DCBDC4B7B581}" dt="2021-05-10T08:54:19.576" v="1471" actId="6264"/>
          <ac:spMkLst>
            <pc:docMk/>
            <pc:sldMk cId="241385523" sldId="296"/>
            <ac:spMk id="8" creationId="{40EABAF9-AFBD-45F0-A303-28005BECD7D3}"/>
          </ac:spMkLst>
        </pc:spChg>
        <pc:spChg chg="add del mod">
          <ac:chgData name="Sebastian Broers" userId="c3680e268fc62312" providerId="LiveId" clId="{112D6E0F-935E-4745-A350-DCBDC4B7B581}" dt="2021-05-10T08:54:19.576" v="1471" actId="6264"/>
          <ac:spMkLst>
            <pc:docMk/>
            <pc:sldMk cId="241385523" sldId="296"/>
            <ac:spMk id="9" creationId="{6A652BE0-173D-40F7-876F-B111FA351C83}"/>
          </ac:spMkLst>
        </pc:spChg>
        <pc:spChg chg="add del mod">
          <ac:chgData name="Sebastian Broers" userId="c3680e268fc62312" providerId="LiveId" clId="{112D6E0F-935E-4745-A350-DCBDC4B7B581}" dt="2021-05-10T08:54:19.576" v="1471" actId="6264"/>
          <ac:spMkLst>
            <pc:docMk/>
            <pc:sldMk cId="241385523" sldId="296"/>
            <ac:spMk id="10" creationId="{3E973387-EDCB-45B9-A306-D8D8D8B7F641}"/>
          </ac:spMkLst>
        </pc:spChg>
        <pc:spChg chg="mod ord">
          <ac:chgData name="Sebastian Broers" userId="c3680e268fc62312" providerId="LiveId" clId="{112D6E0F-935E-4745-A350-DCBDC4B7B581}" dt="2021-05-10T08:54:19.576" v="1471" actId="6264"/>
          <ac:spMkLst>
            <pc:docMk/>
            <pc:sldMk cId="241385523" sldId="296"/>
            <ac:spMk id="11" creationId="{00000000-0000-0000-0000-000000000000}"/>
          </ac:spMkLst>
        </pc:spChg>
        <pc:spChg chg="add del mod ord">
          <ac:chgData name="Sebastian Broers" userId="c3680e268fc62312" providerId="LiveId" clId="{112D6E0F-935E-4745-A350-DCBDC4B7B581}" dt="2021-05-10T08:54:29.150" v="1473" actId="478"/>
          <ac:spMkLst>
            <pc:docMk/>
            <pc:sldMk cId="241385523" sldId="296"/>
            <ac:spMk id="12" creationId="{BCDE80D2-E6B3-4CE9-BBD6-F97B79CB95E0}"/>
          </ac:spMkLst>
        </pc:spChg>
        <pc:spChg chg="mod ord">
          <ac:chgData name="Sebastian Broers" userId="c3680e268fc62312" providerId="LiveId" clId="{112D6E0F-935E-4745-A350-DCBDC4B7B581}" dt="2021-05-10T08:56:22.611" v="1502" actId="20577"/>
          <ac:spMkLst>
            <pc:docMk/>
            <pc:sldMk cId="241385523" sldId="296"/>
            <ac:spMk id="13" creationId="{00000000-0000-0000-0000-000000000000}"/>
          </ac:spMkLst>
        </pc:spChg>
        <pc:picChg chg="del">
          <ac:chgData name="Sebastian Broers" userId="c3680e268fc62312" providerId="LiveId" clId="{112D6E0F-935E-4745-A350-DCBDC4B7B581}" dt="2021-05-10T08:54:17.108" v="1470" actId="478"/>
          <ac:picMkLst>
            <pc:docMk/>
            <pc:sldMk cId="241385523" sldId="296"/>
            <ac:picMk id="7" creationId="{1E0F9297-512B-49CE-9DE2-2784CF65AE3A}"/>
          </ac:picMkLst>
        </pc:picChg>
      </pc:sldChg>
      <pc:sldChg chg="del">
        <pc:chgData name="Sebastian Broers" userId="c3680e268fc62312" providerId="LiveId" clId="{112D6E0F-935E-4745-A350-DCBDC4B7B581}" dt="2021-05-10T08:15:17.736" v="310" actId="47"/>
        <pc:sldMkLst>
          <pc:docMk/>
          <pc:sldMk cId="3879258026" sldId="296"/>
        </pc:sldMkLst>
      </pc:sldChg>
      <pc:sldChg chg="modSp add mod">
        <pc:chgData name="Sebastian Broers" userId="c3680e268fc62312" providerId="LiveId" clId="{112D6E0F-935E-4745-A350-DCBDC4B7B581}" dt="2021-05-10T09:01:57.544" v="1733" actId="20577"/>
        <pc:sldMkLst>
          <pc:docMk/>
          <pc:sldMk cId="1526435719" sldId="297"/>
        </pc:sldMkLst>
        <pc:spChg chg="mod">
          <ac:chgData name="Sebastian Broers" userId="c3680e268fc62312" providerId="LiveId" clId="{112D6E0F-935E-4745-A350-DCBDC4B7B581}" dt="2021-05-10T09:01:57.544" v="1733" actId="20577"/>
          <ac:spMkLst>
            <pc:docMk/>
            <pc:sldMk cId="1526435719" sldId="297"/>
            <ac:spMk id="13" creationId="{00000000-0000-0000-0000-000000000000}"/>
          </ac:spMkLst>
        </pc:spChg>
      </pc:sldChg>
      <pc:sldChg chg="del">
        <pc:chgData name="Sebastian Broers" userId="c3680e268fc62312" providerId="LiveId" clId="{112D6E0F-935E-4745-A350-DCBDC4B7B581}" dt="2021-05-10T08:15:18.245" v="311" actId="47"/>
        <pc:sldMkLst>
          <pc:docMk/>
          <pc:sldMk cId="4097110779" sldId="297"/>
        </pc:sldMkLst>
      </pc:sldChg>
      <pc:sldChg chg="del">
        <pc:chgData name="Sebastian Broers" userId="c3680e268fc62312" providerId="LiveId" clId="{112D6E0F-935E-4745-A350-DCBDC4B7B581}" dt="2021-05-10T08:15:18.709" v="312" actId="47"/>
        <pc:sldMkLst>
          <pc:docMk/>
          <pc:sldMk cId="2095541260" sldId="298"/>
        </pc:sldMkLst>
      </pc:sldChg>
      <pc:sldChg chg="addSp delSp modSp add mod chgLayout">
        <pc:chgData name="Sebastian Broers" userId="c3680e268fc62312" providerId="LiveId" clId="{112D6E0F-935E-4745-A350-DCBDC4B7B581}" dt="2021-05-10T09:03:48.063" v="1741" actId="1076"/>
        <pc:sldMkLst>
          <pc:docMk/>
          <pc:sldMk cId="3214701474" sldId="298"/>
        </pc:sldMkLst>
        <pc:spChg chg="add del mod">
          <ac:chgData name="Sebastian Broers" userId="c3680e268fc62312" providerId="LiveId" clId="{112D6E0F-935E-4745-A350-DCBDC4B7B581}" dt="2021-05-10T09:03:09.345" v="1735" actId="6264"/>
          <ac:spMkLst>
            <pc:docMk/>
            <pc:sldMk cId="3214701474" sldId="298"/>
            <ac:spMk id="2" creationId="{D4E09901-3D1D-49CE-BC00-0EBA52B3F826}"/>
          </ac:spMkLst>
        </pc:spChg>
        <pc:spChg chg="mod ord">
          <ac:chgData name="Sebastian Broers" userId="c3680e268fc62312" providerId="LiveId" clId="{112D6E0F-935E-4745-A350-DCBDC4B7B581}" dt="2021-05-10T09:03:09.345" v="1735" actId="6264"/>
          <ac:spMkLst>
            <pc:docMk/>
            <pc:sldMk cId="3214701474" sldId="298"/>
            <ac:spMk id="3" creationId="{00000000-0000-0000-0000-000000000000}"/>
          </ac:spMkLst>
        </pc:spChg>
        <pc:spChg chg="add del mod">
          <ac:chgData name="Sebastian Broers" userId="c3680e268fc62312" providerId="LiveId" clId="{112D6E0F-935E-4745-A350-DCBDC4B7B581}" dt="2021-05-10T09:03:09.345" v="1735" actId="6264"/>
          <ac:spMkLst>
            <pc:docMk/>
            <pc:sldMk cId="3214701474" sldId="298"/>
            <ac:spMk id="4" creationId="{3E81F90C-919B-4706-8028-FEE5481ECD37}"/>
          </ac:spMkLst>
        </pc:spChg>
        <pc:spChg chg="mod ord">
          <ac:chgData name="Sebastian Broers" userId="c3680e268fc62312" providerId="LiveId" clId="{112D6E0F-935E-4745-A350-DCBDC4B7B581}" dt="2021-05-10T09:03:09.345" v="1735" actId="6264"/>
          <ac:spMkLst>
            <pc:docMk/>
            <pc:sldMk cId="3214701474" sldId="298"/>
            <ac:spMk id="5" creationId="{00000000-0000-0000-0000-000000000000}"/>
          </ac:spMkLst>
        </pc:spChg>
        <pc:spChg chg="add del mod">
          <ac:chgData name="Sebastian Broers" userId="c3680e268fc62312" providerId="LiveId" clId="{112D6E0F-935E-4745-A350-DCBDC4B7B581}" dt="2021-05-10T09:03:09.345" v="1735" actId="6264"/>
          <ac:spMkLst>
            <pc:docMk/>
            <pc:sldMk cId="3214701474" sldId="298"/>
            <ac:spMk id="6" creationId="{2015494B-6505-49DC-9D98-91CEDD23D2DC}"/>
          </ac:spMkLst>
        </pc:spChg>
        <pc:spChg chg="mod ord">
          <ac:chgData name="Sebastian Broers" userId="c3680e268fc62312" providerId="LiveId" clId="{112D6E0F-935E-4745-A350-DCBDC4B7B581}" dt="2021-05-10T09:03:09.345" v="1735" actId="6264"/>
          <ac:spMkLst>
            <pc:docMk/>
            <pc:sldMk cId="3214701474" sldId="298"/>
            <ac:spMk id="8" creationId="{40EABAF9-AFBD-45F0-A303-28005BECD7D3}"/>
          </ac:spMkLst>
        </pc:spChg>
        <pc:spChg chg="add del mod">
          <ac:chgData name="Sebastian Broers" userId="c3680e268fc62312" providerId="LiveId" clId="{112D6E0F-935E-4745-A350-DCBDC4B7B581}" dt="2021-05-10T09:03:09.345" v="1735" actId="6264"/>
          <ac:spMkLst>
            <pc:docMk/>
            <pc:sldMk cId="3214701474" sldId="298"/>
            <ac:spMk id="9" creationId="{093C48B1-F95B-40B0-BD0F-88736268A4DA}"/>
          </ac:spMkLst>
        </pc:spChg>
        <pc:spChg chg="add del mod">
          <ac:chgData name="Sebastian Broers" userId="c3680e268fc62312" providerId="LiveId" clId="{112D6E0F-935E-4745-A350-DCBDC4B7B581}" dt="2021-05-10T09:03:09.345" v="1735" actId="6264"/>
          <ac:spMkLst>
            <pc:docMk/>
            <pc:sldMk cId="3214701474" sldId="298"/>
            <ac:spMk id="10" creationId="{A3C0B22A-6434-4ED8-8320-152FF6E23DAD}"/>
          </ac:spMkLst>
        </pc:spChg>
        <pc:spChg chg="mod ord">
          <ac:chgData name="Sebastian Broers" userId="c3680e268fc62312" providerId="LiveId" clId="{112D6E0F-935E-4745-A350-DCBDC4B7B581}" dt="2021-05-10T09:03:09.345" v="1735" actId="6264"/>
          <ac:spMkLst>
            <pc:docMk/>
            <pc:sldMk cId="3214701474" sldId="298"/>
            <ac:spMk id="11" creationId="{00000000-0000-0000-0000-000000000000}"/>
          </ac:spMkLst>
        </pc:spChg>
        <pc:spChg chg="add mod ord">
          <ac:chgData name="Sebastian Broers" userId="c3680e268fc62312" providerId="LiveId" clId="{112D6E0F-935E-4745-A350-DCBDC4B7B581}" dt="2021-05-10T09:03:29.102" v="1738"/>
          <ac:spMkLst>
            <pc:docMk/>
            <pc:sldMk cId="3214701474" sldId="298"/>
            <ac:spMk id="12" creationId="{58FF7B6F-9EB9-4652-9DD9-4D2A2F79DC2A}"/>
          </ac:spMkLst>
        </pc:spChg>
        <pc:spChg chg="mod ord">
          <ac:chgData name="Sebastian Broers" userId="c3680e268fc62312" providerId="LiveId" clId="{112D6E0F-935E-4745-A350-DCBDC4B7B581}" dt="2021-05-10T09:03:22.512" v="1737"/>
          <ac:spMkLst>
            <pc:docMk/>
            <pc:sldMk cId="3214701474" sldId="298"/>
            <ac:spMk id="13" creationId="{00000000-0000-0000-0000-000000000000}"/>
          </ac:spMkLst>
        </pc:spChg>
        <pc:picChg chg="mod">
          <ac:chgData name="Sebastian Broers" userId="c3680e268fc62312" providerId="LiveId" clId="{112D6E0F-935E-4745-A350-DCBDC4B7B581}" dt="2021-05-10T09:03:48.063" v="1741" actId="1076"/>
          <ac:picMkLst>
            <pc:docMk/>
            <pc:sldMk cId="3214701474" sldId="298"/>
            <ac:picMk id="7" creationId="{1E0F9297-512B-49CE-9DE2-2784CF65AE3A}"/>
          </ac:picMkLst>
        </pc:picChg>
      </pc:sldChg>
      <pc:sldChg chg="modSp add mod">
        <pc:chgData name="Sebastian Broers" userId="c3680e268fc62312" providerId="LiveId" clId="{112D6E0F-935E-4745-A350-DCBDC4B7B581}" dt="2021-05-10T09:07:38.101" v="2028" actId="20577"/>
        <pc:sldMkLst>
          <pc:docMk/>
          <pc:sldMk cId="747949124" sldId="299"/>
        </pc:sldMkLst>
        <pc:spChg chg="mod">
          <ac:chgData name="Sebastian Broers" userId="c3680e268fc62312" providerId="LiveId" clId="{112D6E0F-935E-4745-A350-DCBDC4B7B581}" dt="2021-05-10T09:06:07.416" v="1771" actId="20577"/>
          <ac:spMkLst>
            <pc:docMk/>
            <pc:sldMk cId="747949124" sldId="299"/>
            <ac:spMk id="12" creationId="{58FF7B6F-9EB9-4652-9DD9-4D2A2F79DC2A}"/>
          </ac:spMkLst>
        </pc:spChg>
        <pc:spChg chg="mod">
          <ac:chgData name="Sebastian Broers" userId="c3680e268fc62312" providerId="LiveId" clId="{112D6E0F-935E-4745-A350-DCBDC4B7B581}" dt="2021-05-10T09:07:38.101" v="2028" actId="20577"/>
          <ac:spMkLst>
            <pc:docMk/>
            <pc:sldMk cId="747949124" sldId="299"/>
            <ac:spMk id="13" creationId="{00000000-0000-0000-0000-000000000000}"/>
          </ac:spMkLst>
        </pc:spChg>
        <pc:picChg chg="mod">
          <ac:chgData name="Sebastian Broers" userId="c3680e268fc62312" providerId="LiveId" clId="{112D6E0F-935E-4745-A350-DCBDC4B7B581}" dt="2021-05-10T09:04:14.935" v="1743" actId="14826"/>
          <ac:picMkLst>
            <pc:docMk/>
            <pc:sldMk cId="747949124" sldId="299"/>
            <ac:picMk id="7" creationId="{1E0F9297-512B-49CE-9DE2-2784CF65AE3A}"/>
          </ac:picMkLst>
        </pc:picChg>
      </pc:sldChg>
      <pc:sldChg chg="del">
        <pc:chgData name="Sebastian Broers" userId="c3680e268fc62312" providerId="LiveId" clId="{112D6E0F-935E-4745-A350-DCBDC4B7B581}" dt="2021-05-10T08:15:19.900" v="313" actId="47"/>
        <pc:sldMkLst>
          <pc:docMk/>
          <pc:sldMk cId="2427781423" sldId="299"/>
        </pc:sldMkLst>
      </pc:sldChg>
      <pc:sldChg chg="modSp add mod">
        <pc:chgData name="Sebastian Broers" userId="c3680e268fc62312" providerId="LiveId" clId="{112D6E0F-935E-4745-A350-DCBDC4B7B581}" dt="2021-05-10T09:09:22.812" v="2037" actId="1076"/>
        <pc:sldMkLst>
          <pc:docMk/>
          <pc:sldMk cId="330691028" sldId="300"/>
        </pc:sldMkLst>
        <pc:spChg chg="mod">
          <ac:chgData name="Sebastian Broers" userId="c3680e268fc62312" providerId="LiveId" clId="{112D6E0F-935E-4745-A350-DCBDC4B7B581}" dt="2021-05-10T09:09:00.450" v="2033" actId="20577"/>
          <ac:spMkLst>
            <pc:docMk/>
            <pc:sldMk cId="330691028" sldId="300"/>
            <ac:spMk id="12" creationId="{58FF7B6F-9EB9-4652-9DD9-4D2A2F79DC2A}"/>
          </ac:spMkLst>
        </pc:spChg>
        <pc:spChg chg="mod">
          <ac:chgData name="Sebastian Broers" userId="c3680e268fc62312" providerId="LiveId" clId="{112D6E0F-935E-4745-A350-DCBDC4B7B581}" dt="2021-05-10T09:09:11.794" v="2034"/>
          <ac:spMkLst>
            <pc:docMk/>
            <pc:sldMk cId="330691028" sldId="300"/>
            <ac:spMk id="13" creationId="{00000000-0000-0000-0000-000000000000}"/>
          </ac:spMkLst>
        </pc:spChg>
        <pc:picChg chg="mod">
          <ac:chgData name="Sebastian Broers" userId="c3680e268fc62312" providerId="LiveId" clId="{112D6E0F-935E-4745-A350-DCBDC4B7B581}" dt="2021-05-10T09:09:22.812" v="2037" actId="1076"/>
          <ac:picMkLst>
            <pc:docMk/>
            <pc:sldMk cId="330691028" sldId="300"/>
            <ac:picMk id="7" creationId="{1E0F9297-512B-49CE-9DE2-2784CF65AE3A}"/>
          </ac:picMkLst>
        </pc:picChg>
      </pc:sldChg>
      <pc:sldChg chg="modSp add mod">
        <pc:chgData name="Sebastian Broers" userId="c3680e268fc62312" providerId="LiveId" clId="{112D6E0F-935E-4745-A350-DCBDC4B7B581}" dt="2021-05-10T09:10:27.636" v="2057" actId="14826"/>
        <pc:sldMkLst>
          <pc:docMk/>
          <pc:sldMk cId="1263553354" sldId="301"/>
        </pc:sldMkLst>
        <pc:spChg chg="mod">
          <ac:chgData name="Sebastian Broers" userId="c3680e268fc62312" providerId="LiveId" clId="{112D6E0F-935E-4745-A350-DCBDC4B7B581}" dt="2021-05-10T09:10:17.137" v="2055" actId="20577"/>
          <ac:spMkLst>
            <pc:docMk/>
            <pc:sldMk cId="1263553354" sldId="301"/>
            <ac:spMk id="12" creationId="{58FF7B6F-9EB9-4652-9DD9-4D2A2F79DC2A}"/>
          </ac:spMkLst>
        </pc:spChg>
        <pc:spChg chg="mod">
          <ac:chgData name="Sebastian Broers" userId="c3680e268fc62312" providerId="LiveId" clId="{112D6E0F-935E-4745-A350-DCBDC4B7B581}" dt="2021-05-10T09:10:20.197" v="2056"/>
          <ac:spMkLst>
            <pc:docMk/>
            <pc:sldMk cId="1263553354" sldId="301"/>
            <ac:spMk id="13" creationId="{00000000-0000-0000-0000-000000000000}"/>
          </ac:spMkLst>
        </pc:spChg>
        <pc:picChg chg="mod">
          <ac:chgData name="Sebastian Broers" userId="c3680e268fc62312" providerId="LiveId" clId="{112D6E0F-935E-4745-A350-DCBDC4B7B581}" dt="2021-05-10T09:10:27.636" v="2057" actId="14826"/>
          <ac:picMkLst>
            <pc:docMk/>
            <pc:sldMk cId="1263553354" sldId="301"/>
            <ac:picMk id="7" creationId="{1E0F9297-512B-49CE-9DE2-2784CF65AE3A}"/>
          </ac:picMkLst>
        </pc:picChg>
      </pc:sldChg>
      <pc:sldChg chg="modSp add mod">
        <pc:chgData name="Sebastian Broers" userId="c3680e268fc62312" providerId="LiveId" clId="{112D6E0F-935E-4745-A350-DCBDC4B7B581}" dt="2021-05-10T09:11:43.225" v="2102" actId="20577"/>
        <pc:sldMkLst>
          <pc:docMk/>
          <pc:sldMk cId="1869173015" sldId="302"/>
        </pc:sldMkLst>
        <pc:spChg chg="mod">
          <ac:chgData name="Sebastian Broers" userId="c3680e268fc62312" providerId="LiveId" clId="{112D6E0F-935E-4745-A350-DCBDC4B7B581}" dt="2021-05-10T09:11:43.225" v="2102" actId="20577"/>
          <ac:spMkLst>
            <pc:docMk/>
            <pc:sldMk cId="1869173015" sldId="302"/>
            <ac:spMk id="12" creationId="{58FF7B6F-9EB9-4652-9DD9-4D2A2F79DC2A}"/>
          </ac:spMkLst>
        </pc:spChg>
        <pc:spChg chg="mod">
          <ac:chgData name="Sebastian Broers" userId="c3680e268fc62312" providerId="LiveId" clId="{112D6E0F-935E-4745-A350-DCBDC4B7B581}" dt="2021-05-10T09:11:02.002" v="2060"/>
          <ac:spMkLst>
            <pc:docMk/>
            <pc:sldMk cId="1869173015" sldId="302"/>
            <ac:spMk id="13" creationId="{00000000-0000-0000-0000-000000000000}"/>
          </ac:spMkLst>
        </pc:spChg>
        <pc:picChg chg="mod">
          <ac:chgData name="Sebastian Broers" userId="c3680e268fc62312" providerId="LiveId" clId="{112D6E0F-935E-4745-A350-DCBDC4B7B581}" dt="2021-05-10T09:10:49.467" v="2059" actId="14826"/>
          <ac:picMkLst>
            <pc:docMk/>
            <pc:sldMk cId="1869173015" sldId="302"/>
            <ac:picMk id="7" creationId="{1E0F9297-512B-49CE-9DE2-2784CF65AE3A}"/>
          </ac:picMkLst>
        </pc:picChg>
      </pc:sldChg>
      <pc:sldChg chg="addSp delSp modSp add mod chgLayout">
        <pc:chgData name="Sebastian Broers" userId="c3680e268fc62312" providerId="LiveId" clId="{112D6E0F-935E-4745-A350-DCBDC4B7B581}" dt="2021-05-10T09:24:35.871" v="2327" actId="12"/>
        <pc:sldMkLst>
          <pc:docMk/>
          <pc:sldMk cId="2113501200" sldId="303"/>
        </pc:sldMkLst>
        <pc:spChg chg="add del mod">
          <ac:chgData name="Sebastian Broers" userId="c3680e268fc62312" providerId="LiveId" clId="{112D6E0F-935E-4745-A350-DCBDC4B7B581}" dt="2021-05-10T09:13:30.775" v="2105" actId="6264"/>
          <ac:spMkLst>
            <pc:docMk/>
            <pc:sldMk cId="2113501200" sldId="303"/>
            <ac:spMk id="2" creationId="{30AC7D89-51E1-4339-94FF-49A16D80C188}"/>
          </ac:spMkLst>
        </pc:spChg>
        <pc:spChg chg="mod ord">
          <ac:chgData name="Sebastian Broers" userId="c3680e268fc62312" providerId="LiveId" clId="{112D6E0F-935E-4745-A350-DCBDC4B7B581}" dt="2021-05-10T09:13:30.775" v="2105" actId="6264"/>
          <ac:spMkLst>
            <pc:docMk/>
            <pc:sldMk cId="2113501200" sldId="303"/>
            <ac:spMk id="3" creationId="{00000000-0000-0000-0000-000000000000}"/>
          </ac:spMkLst>
        </pc:spChg>
        <pc:spChg chg="add del mod">
          <ac:chgData name="Sebastian Broers" userId="c3680e268fc62312" providerId="LiveId" clId="{112D6E0F-935E-4745-A350-DCBDC4B7B581}" dt="2021-05-10T09:13:30.775" v="2105" actId="6264"/>
          <ac:spMkLst>
            <pc:docMk/>
            <pc:sldMk cId="2113501200" sldId="303"/>
            <ac:spMk id="4" creationId="{4702162C-E303-49F7-B2D8-7355C2B4A99E}"/>
          </ac:spMkLst>
        </pc:spChg>
        <pc:spChg chg="mod ord">
          <ac:chgData name="Sebastian Broers" userId="c3680e268fc62312" providerId="LiveId" clId="{112D6E0F-935E-4745-A350-DCBDC4B7B581}" dt="2021-05-10T09:13:30.775" v="2105" actId="6264"/>
          <ac:spMkLst>
            <pc:docMk/>
            <pc:sldMk cId="2113501200" sldId="303"/>
            <ac:spMk id="5" creationId="{00000000-0000-0000-0000-000000000000}"/>
          </ac:spMkLst>
        </pc:spChg>
        <pc:spChg chg="add del mod">
          <ac:chgData name="Sebastian Broers" userId="c3680e268fc62312" providerId="LiveId" clId="{112D6E0F-935E-4745-A350-DCBDC4B7B581}" dt="2021-05-10T09:13:30.775" v="2105" actId="6264"/>
          <ac:spMkLst>
            <pc:docMk/>
            <pc:sldMk cId="2113501200" sldId="303"/>
            <ac:spMk id="6" creationId="{830F690D-09CB-4D02-8E1C-7D492A5303DC}"/>
          </ac:spMkLst>
        </pc:spChg>
        <pc:spChg chg="mod ord">
          <ac:chgData name="Sebastian Broers" userId="c3680e268fc62312" providerId="LiveId" clId="{112D6E0F-935E-4745-A350-DCBDC4B7B581}" dt="2021-05-10T09:13:30.775" v="2105" actId="6264"/>
          <ac:spMkLst>
            <pc:docMk/>
            <pc:sldMk cId="2113501200" sldId="303"/>
            <ac:spMk id="8" creationId="{40EABAF9-AFBD-45F0-A303-28005BECD7D3}"/>
          </ac:spMkLst>
        </pc:spChg>
        <pc:spChg chg="add del mod">
          <ac:chgData name="Sebastian Broers" userId="c3680e268fc62312" providerId="LiveId" clId="{112D6E0F-935E-4745-A350-DCBDC4B7B581}" dt="2021-05-10T09:13:30.775" v="2105" actId="6264"/>
          <ac:spMkLst>
            <pc:docMk/>
            <pc:sldMk cId="2113501200" sldId="303"/>
            <ac:spMk id="9" creationId="{BDCD29C6-739A-48D8-ACE5-6D89AFD2DDB9}"/>
          </ac:spMkLst>
        </pc:spChg>
        <pc:spChg chg="add del mod">
          <ac:chgData name="Sebastian Broers" userId="c3680e268fc62312" providerId="LiveId" clId="{112D6E0F-935E-4745-A350-DCBDC4B7B581}" dt="2021-05-10T09:13:30.775" v="2105" actId="6264"/>
          <ac:spMkLst>
            <pc:docMk/>
            <pc:sldMk cId="2113501200" sldId="303"/>
            <ac:spMk id="10" creationId="{F7414332-7F1F-4FA4-BF53-BBD2B3247224}"/>
          </ac:spMkLst>
        </pc:spChg>
        <pc:spChg chg="mod ord">
          <ac:chgData name="Sebastian Broers" userId="c3680e268fc62312" providerId="LiveId" clId="{112D6E0F-935E-4745-A350-DCBDC4B7B581}" dt="2021-05-10T09:13:30.775" v="2105" actId="6264"/>
          <ac:spMkLst>
            <pc:docMk/>
            <pc:sldMk cId="2113501200" sldId="303"/>
            <ac:spMk id="11" creationId="{00000000-0000-0000-0000-000000000000}"/>
          </ac:spMkLst>
        </pc:spChg>
        <pc:spChg chg="mod ord">
          <ac:chgData name="Sebastian Broers" userId="c3680e268fc62312" providerId="LiveId" clId="{112D6E0F-935E-4745-A350-DCBDC4B7B581}" dt="2021-05-10T09:13:30.775" v="2105" actId="6264"/>
          <ac:spMkLst>
            <pc:docMk/>
            <pc:sldMk cId="2113501200" sldId="303"/>
            <ac:spMk id="12" creationId="{58FF7B6F-9EB9-4652-9DD9-4D2A2F79DC2A}"/>
          </ac:spMkLst>
        </pc:spChg>
        <pc:spChg chg="mod ord">
          <ac:chgData name="Sebastian Broers" userId="c3680e268fc62312" providerId="LiveId" clId="{112D6E0F-935E-4745-A350-DCBDC4B7B581}" dt="2021-05-10T09:24:35.871" v="2327" actId="12"/>
          <ac:spMkLst>
            <pc:docMk/>
            <pc:sldMk cId="2113501200" sldId="303"/>
            <ac:spMk id="13" creationId="{00000000-0000-0000-0000-000000000000}"/>
          </ac:spMkLst>
        </pc:spChg>
        <pc:spChg chg="add del mod">
          <ac:chgData name="Sebastian Broers" userId="c3680e268fc62312" providerId="LiveId" clId="{112D6E0F-935E-4745-A350-DCBDC4B7B581}" dt="2021-05-10T09:13:30.775" v="2105" actId="6264"/>
          <ac:spMkLst>
            <pc:docMk/>
            <pc:sldMk cId="2113501200" sldId="303"/>
            <ac:spMk id="14" creationId="{0FD777B9-DE1D-4085-B0BB-5FE919D5D21F}"/>
          </ac:spMkLst>
        </pc:spChg>
        <pc:picChg chg="del">
          <ac:chgData name="Sebastian Broers" userId="c3680e268fc62312" providerId="LiveId" clId="{112D6E0F-935E-4745-A350-DCBDC4B7B581}" dt="2021-05-10T09:13:15.467" v="2104" actId="478"/>
          <ac:picMkLst>
            <pc:docMk/>
            <pc:sldMk cId="2113501200" sldId="303"/>
            <ac:picMk id="7" creationId="{1E0F9297-512B-49CE-9DE2-2784CF65AE3A}"/>
          </ac:picMkLst>
        </pc:picChg>
      </pc:sldChg>
      <pc:sldChg chg="modSp add mod">
        <pc:chgData name="Sebastian Broers" userId="c3680e268fc62312" providerId="LiveId" clId="{112D6E0F-935E-4745-A350-DCBDC4B7B581}" dt="2021-05-10T09:19:38.847" v="2301" actId="14826"/>
        <pc:sldMkLst>
          <pc:docMk/>
          <pc:sldMk cId="914077099" sldId="304"/>
        </pc:sldMkLst>
        <pc:spChg chg="mod">
          <ac:chgData name="Sebastian Broers" userId="c3680e268fc62312" providerId="LiveId" clId="{112D6E0F-935E-4745-A350-DCBDC4B7B581}" dt="2021-05-10T09:19:36.167" v="2299" actId="1076"/>
          <ac:spMkLst>
            <pc:docMk/>
            <pc:sldMk cId="914077099" sldId="304"/>
            <ac:spMk id="12" creationId="{58FF7B6F-9EB9-4652-9DD9-4D2A2F79DC2A}"/>
          </ac:spMkLst>
        </pc:spChg>
        <pc:spChg chg="mod">
          <ac:chgData name="Sebastian Broers" userId="c3680e268fc62312" providerId="LiveId" clId="{112D6E0F-935E-4745-A350-DCBDC4B7B581}" dt="2021-05-10T09:18:58.011" v="2296"/>
          <ac:spMkLst>
            <pc:docMk/>
            <pc:sldMk cId="914077099" sldId="304"/>
            <ac:spMk id="13" creationId="{00000000-0000-0000-0000-000000000000}"/>
          </ac:spMkLst>
        </pc:spChg>
        <pc:picChg chg="mod">
          <ac:chgData name="Sebastian Broers" userId="c3680e268fc62312" providerId="LiveId" clId="{112D6E0F-935E-4745-A350-DCBDC4B7B581}" dt="2021-05-10T09:19:38.847" v="2301" actId="14826"/>
          <ac:picMkLst>
            <pc:docMk/>
            <pc:sldMk cId="914077099" sldId="304"/>
            <ac:picMk id="7" creationId="{1E0F9297-512B-49CE-9DE2-2784CF65AE3A}"/>
          </ac:picMkLst>
        </pc:picChg>
      </pc:sldChg>
      <pc:sldChg chg="modSp add mod">
        <pc:chgData name="Sebastian Broers" userId="c3680e268fc62312" providerId="LiveId" clId="{112D6E0F-935E-4745-A350-DCBDC4B7B581}" dt="2021-05-10T09:20:13.780" v="2309"/>
        <pc:sldMkLst>
          <pc:docMk/>
          <pc:sldMk cId="1562949324" sldId="305"/>
        </pc:sldMkLst>
        <pc:spChg chg="mod">
          <ac:chgData name="Sebastian Broers" userId="c3680e268fc62312" providerId="LiveId" clId="{112D6E0F-935E-4745-A350-DCBDC4B7B581}" dt="2021-05-10T09:19:57.087" v="2305" actId="20577"/>
          <ac:spMkLst>
            <pc:docMk/>
            <pc:sldMk cId="1562949324" sldId="305"/>
            <ac:spMk id="12" creationId="{58FF7B6F-9EB9-4652-9DD9-4D2A2F79DC2A}"/>
          </ac:spMkLst>
        </pc:spChg>
        <pc:spChg chg="mod">
          <ac:chgData name="Sebastian Broers" userId="c3680e268fc62312" providerId="LiveId" clId="{112D6E0F-935E-4745-A350-DCBDC4B7B581}" dt="2021-05-10T09:20:13.780" v="2309"/>
          <ac:spMkLst>
            <pc:docMk/>
            <pc:sldMk cId="1562949324" sldId="305"/>
            <ac:spMk id="13" creationId="{00000000-0000-0000-0000-000000000000}"/>
          </ac:spMkLst>
        </pc:spChg>
        <pc:picChg chg="mod">
          <ac:chgData name="Sebastian Broers" userId="c3680e268fc62312" providerId="LiveId" clId="{112D6E0F-935E-4745-A350-DCBDC4B7B581}" dt="2021-05-10T09:20:06.400" v="2308" actId="1076"/>
          <ac:picMkLst>
            <pc:docMk/>
            <pc:sldMk cId="1562949324" sldId="305"/>
            <ac:picMk id="7" creationId="{1E0F9297-512B-49CE-9DE2-2784CF65AE3A}"/>
          </ac:picMkLst>
        </pc:picChg>
      </pc:sldChg>
      <pc:sldChg chg="addSp delSp modSp add mod">
        <pc:chgData name="Sebastian Broers" userId="c3680e268fc62312" providerId="LiveId" clId="{112D6E0F-935E-4745-A350-DCBDC4B7B581}" dt="2021-05-10T09:20:41.568" v="2313"/>
        <pc:sldMkLst>
          <pc:docMk/>
          <pc:sldMk cId="3956300924" sldId="306"/>
        </pc:sldMkLst>
        <pc:spChg chg="mod">
          <ac:chgData name="Sebastian Broers" userId="c3680e268fc62312" providerId="LiveId" clId="{112D6E0F-935E-4745-A350-DCBDC4B7B581}" dt="2021-05-10T09:20:36.480" v="2311"/>
          <ac:spMkLst>
            <pc:docMk/>
            <pc:sldMk cId="3956300924" sldId="306"/>
            <ac:spMk id="13" creationId="{00000000-0000-0000-0000-000000000000}"/>
          </ac:spMkLst>
        </pc:spChg>
        <pc:picChg chg="del">
          <ac:chgData name="Sebastian Broers" userId="c3680e268fc62312" providerId="LiveId" clId="{112D6E0F-935E-4745-A350-DCBDC4B7B581}" dt="2021-05-10T09:20:40.367" v="2312" actId="478"/>
          <ac:picMkLst>
            <pc:docMk/>
            <pc:sldMk cId="3956300924" sldId="306"/>
            <ac:picMk id="7" creationId="{1E0F9297-512B-49CE-9DE2-2784CF65AE3A}"/>
          </ac:picMkLst>
        </pc:picChg>
        <pc:picChg chg="add mod">
          <ac:chgData name="Sebastian Broers" userId="c3680e268fc62312" providerId="LiveId" clId="{112D6E0F-935E-4745-A350-DCBDC4B7B581}" dt="2021-05-10T09:20:41.568" v="2313"/>
          <ac:picMkLst>
            <pc:docMk/>
            <pc:sldMk cId="3956300924" sldId="306"/>
            <ac:picMk id="9" creationId="{72EA2131-C3D1-40EB-BC89-75967E6BA76E}"/>
          </ac:picMkLst>
        </pc:picChg>
      </pc:sldChg>
      <pc:sldChg chg="addSp delSp modSp add mod">
        <pc:chgData name="Sebastian Broers" userId="c3680e268fc62312" providerId="LiveId" clId="{112D6E0F-935E-4745-A350-DCBDC4B7B581}" dt="2021-05-10T09:21:20.027" v="2318"/>
        <pc:sldMkLst>
          <pc:docMk/>
          <pc:sldMk cId="1114575058" sldId="307"/>
        </pc:sldMkLst>
        <pc:spChg chg="mod">
          <ac:chgData name="Sebastian Broers" userId="c3680e268fc62312" providerId="LiveId" clId="{112D6E0F-935E-4745-A350-DCBDC4B7B581}" dt="2021-05-10T09:21:14.143" v="2316"/>
          <ac:spMkLst>
            <pc:docMk/>
            <pc:sldMk cId="1114575058" sldId="307"/>
            <ac:spMk id="12" creationId="{58FF7B6F-9EB9-4652-9DD9-4D2A2F79DC2A}"/>
          </ac:spMkLst>
        </pc:spChg>
        <pc:spChg chg="mod">
          <ac:chgData name="Sebastian Broers" userId="c3680e268fc62312" providerId="LiveId" clId="{112D6E0F-935E-4745-A350-DCBDC4B7B581}" dt="2021-05-10T09:21:03.948" v="2315"/>
          <ac:spMkLst>
            <pc:docMk/>
            <pc:sldMk cId="1114575058" sldId="307"/>
            <ac:spMk id="13" creationId="{00000000-0000-0000-0000-000000000000}"/>
          </ac:spMkLst>
        </pc:spChg>
        <pc:picChg chg="del">
          <ac:chgData name="Sebastian Broers" userId="c3680e268fc62312" providerId="LiveId" clId="{112D6E0F-935E-4745-A350-DCBDC4B7B581}" dt="2021-05-10T09:21:19.194" v="2317" actId="478"/>
          <ac:picMkLst>
            <pc:docMk/>
            <pc:sldMk cId="1114575058" sldId="307"/>
            <ac:picMk id="9" creationId="{72EA2131-C3D1-40EB-BC89-75967E6BA76E}"/>
          </ac:picMkLst>
        </pc:picChg>
        <pc:picChg chg="add mod">
          <ac:chgData name="Sebastian Broers" userId="c3680e268fc62312" providerId="LiveId" clId="{112D6E0F-935E-4745-A350-DCBDC4B7B581}" dt="2021-05-10T09:21:20.027" v="2318"/>
          <ac:picMkLst>
            <pc:docMk/>
            <pc:sldMk cId="1114575058" sldId="307"/>
            <ac:picMk id="10" creationId="{92F030E9-4697-4D86-A1BE-B24955D912AB}"/>
          </ac:picMkLst>
        </pc:picChg>
      </pc:sldChg>
      <pc:sldChg chg="add del">
        <pc:chgData name="Sebastian Broers" userId="c3680e268fc62312" providerId="LiveId" clId="{112D6E0F-935E-4745-A350-DCBDC4B7B581}" dt="2021-05-10T09:47:45.708" v="2441" actId="47"/>
        <pc:sldMkLst>
          <pc:docMk/>
          <pc:sldMk cId="2182806063" sldId="308"/>
        </pc:sldMkLst>
      </pc:sldChg>
      <pc:sldChg chg="addSp delSp modSp add mod">
        <pc:chgData name="Sebastian Broers" userId="c3680e268fc62312" providerId="LiveId" clId="{112D6E0F-935E-4745-A350-DCBDC4B7B581}" dt="2021-05-10T09:47:29.067" v="2440" actId="20577"/>
        <pc:sldMkLst>
          <pc:docMk/>
          <pc:sldMk cId="2799607331" sldId="309"/>
        </pc:sldMkLst>
        <pc:spChg chg="mod">
          <ac:chgData name="Sebastian Broers" userId="c3680e268fc62312" providerId="LiveId" clId="{112D6E0F-935E-4745-A350-DCBDC4B7B581}" dt="2021-05-10T09:46:20.874" v="2353" actId="20577"/>
          <ac:spMkLst>
            <pc:docMk/>
            <pc:sldMk cId="2799607331" sldId="309"/>
            <ac:spMk id="11" creationId="{00000000-0000-0000-0000-000000000000}"/>
          </ac:spMkLst>
        </pc:spChg>
        <pc:spChg chg="mod">
          <ac:chgData name="Sebastian Broers" userId="c3680e268fc62312" providerId="LiveId" clId="{112D6E0F-935E-4745-A350-DCBDC4B7B581}" dt="2021-05-10T09:47:29.067" v="2440" actId="20577"/>
          <ac:spMkLst>
            <pc:docMk/>
            <pc:sldMk cId="2799607331" sldId="309"/>
            <ac:spMk id="12" creationId="{58FF7B6F-9EB9-4652-9DD9-4D2A2F79DC2A}"/>
          </ac:spMkLst>
        </pc:spChg>
        <pc:spChg chg="mod">
          <ac:chgData name="Sebastian Broers" userId="c3680e268fc62312" providerId="LiveId" clId="{112D6E0F-935E-4745-A350-DCBDC4B7B581}" dt="2021-05-10T09:47:09.247" v="2405" actId="20577"/>
          <ac:spMkLst>
            <pc:docMk/>
            <pc:sldMk cId="2799607331" sldId="309"/>
            <ac:spMk id="13" creationId="{00000000-0000-0000-0000-000000000000}"/>
          </ac:spMkLst>
        </pc:spChg>
        <pc:picChg chg="del mod">
          <ac:chgData name="Sebastian Broers" userId="c3680e268fc62312" providerId="LiveId" clId="{112D6E0F-935E-4745-A350-DCBDC4B7B581}" dt="2021-05-10T09:46:55.540" v="2400" actId="478"/>
          <ac:picMkLst>
            <pc:docMk/>
            <pc:sldMk cId="2799607331" sldId="309"/>
            <ac:picMk id="9" creationId="{72EA2131-C3D1-40EB-BC89-75967E6BA76E}"/>
          </ac:picMkLst>
        </pc:picChg>
        <pc:picChg chg="add mod">
          <ac:chgData name="Sebastian Broers" userId="c3680e268fc62312" providerId="LiveId" clId="{112D6E0F-935E-4745-A350-DCBDC4B7B581}" dt="2021-05-10T09:46:58.968" v="2402" actId="1076"/>
          <ac:picMkLst>
            <pc:docMk/>
            <pc:sldMk cId="2799607331" sldId="309"/>
            <ac:picMk id="10" creationId="{4F1CD9D0-1E12-4F4E-AB39-936F7C6D48D3}"/>
          </ac:picMkLst>
        </pc:picChg>
      </pc:sldChg>
      <pc:sldChg chg="modSp add mod modNotesTx">
        <pc:chgData name="Sebastian Broers" userId="c3680e268fc62312" providerId="LiveId" clId="{112D6E0F-935E-4745-A350-DCBDC4B7B581}" dt="2021-05-10T09:49:36.939" v="2454"/>
        <pc:sldMkLst>
          <pc:docMk/>
          <pc:sldMk cId="2699231777" sldId="310"/>
        </pc:sldMkLst>
        <pc:spChg chg="mod">
          <ac:chgData name="Sebastian Broers" userId="c3680e268fc62312" providerId="LiveId" clId="{112D6E0F-935E-4745-A350-DCBDC4B7B581}" dt="2021-05-10T09:48:10.271" v="2444"/>
          <ac:spMkLst>
            <pc:docMk/>
            <pc:sldMk cId="2699231777" sldId="310"/>
            <ac:spMk id="13" creationId="{00000000-0000-0000-0000-000000000000}"/>
          </ac:spMkLst>
        </pc:spChg>
        <pc:picChg chg="mod">
          <ac:chgData name="Sebastian Broers" userId="c3680e268fc62312" providerId="LiveId" clId="{112D6E0F-935E-4745-A350-DCBDC4B7B581}" dt="2021-05-10T09:48:00.258" v="2443" actId="14826"/>
          <ac:picMkLst>
            <pc:docMk/>
            <pc:sldMk cId="2699231777" sldId="310"/>
            <ac:picMk id="10" creationId="{4F1CD9D0-1E12-4F4E-AB39-936F7C6D48D3}"/>
          </ac:picMkLst>
        </pc:picChg>
      </pc:sldChg>
      <pc:sldChg chg="modSp add mod modNotesTx">
        <pc:chgData name="Sebastian Broers" userId="c3680e268fc62312" providerId="LiveId" clId="{112D6E0F-935E-4745-A350-DCBDC4B7B581}" dt="2021-05-10T09:49:44.881" v="2455"/>
        <pc:sldMkLst>
          <pc:docMk/>
          <pc:sldMk cId="274494292" sldId="311"/>
        </pc:sldMkLst>
        <pc:spChg chg="mod">
          <ac:chgData name="Sebastian Broers" userId="c3680e268fc62312" providerId="LiveId" clId="{112D6E0F-935E-4745-A350-DCBDC4B7B581}" dt="2021-05-10T09:48:30.671" v="2447" actId="20577"/>
          <ac:spMkLst>
            <pc:docMk/>
            <pc:sldMk cId="274494292" sldId="311"/>
            <ac:spMk id="13" creationId="{00000000-0000-0000-0000-000000000000}"/>
          </ac:spMkLst>
        </pc:spChg>
        <pc:picChg chg="mod">
          <ac:chgData name="Sebastian Broers" userId="c3680e268fc62312" providerId="LiveId" clId="{112D6E0F-935E-4745-A350-DCBDC4B7B581}" dt="2021-05-10T09:48:41.024" v="2448" actId="14826"/>
          <ac:picMkLst>
            <pc:docMk/>
            <pc:sldMk cId="274494292" sldId="311"/>
            <ac:picMk id="10" creationId="{4F1CD9D0-1E12-4F4E-AB39-936F7C6D48D3}"/>
          </ac:picMkLst>
        </pc:picChg>
      </pc:sldChg>
      <pc:sldChg chg="modSp add mod modNotesTx">
        <pc:chgData name="Sebastian Broers" userId="c3680e268fc62312" providerId="LiveId" clId="{112D6E0F-935E-4745-A350-DCBDC4B7B581}" dt="2021-05-10T09:49:55.191" v="2456"/>
        <pc:sldMkLst>
          <pc:docMk/>
          <pc:sldMk cId="3837246204" sldId="312"/>
        </pc:sldMkLst>
        <pc:spChg chg="mod">
          <ac:chgData name="Sebastian Broers" userId="c3680e268fc62312" providerId="LiveId" clId="{112D6E0F-935E-4745-A350-DCBDC4B7B581}" dt="2021-05-10T09:49:01.599" v="2452" actId="20577"/>
          <ac:spMkLst>
            <pc:docMk/>
            <pc:sldMk cId="3837246204" sldId="312"/>
            <ac:spMk id="13" creationId="{00000000-0000-0000-0000-000000000000}"/>
          </ac:spMkLst>
        </pc:spChg>
        <pc:picChg chg="mod">
          <ac:chgData name="Sebastian Broers" userId="c3680e268fc62312" providerId="LiveId" clId="{112D6E0F-935E-4745-A350-DCBDC4B7B581}" dt="2021-05-10T09:49:12.495" v="2453" actId="14826"/>
          <ac:picMkLst>
            <pc:docMk/>
            <pc:sldMk cId="3837246204" sldId="312"/>
            <ac:picMk id="10" creationId="{4F1CD9D0-1E12-4F4E-AB39-936F7C6D48D3}"/>
          </ac:picMkLst>
        </pc:picChg>
      </pc:sldChg>
      <pc:sldChg chg="modSp add mod modNotesTx">
        <pc:chgData name="Sebastian Broers" userId="c3680e268fc62312" providerId="LiveId" clId="{112D6E0F-935E-4745-A350-DCBDC4B7B581}" dt="2021-05-10T09:50:51.649" v="2462"/>
        <pc:sldMkLst>
          <pc:docMk/>
          <pc:sldMk cId="97201803" sldId="313"/>
        </pc:sldMkLst>
        <pc:spChg chg="mod">
          <ac:chgData name="Sebastian Broers" userId="c3680e268fc62312" providerId="LiveId" clId="{112D6E0F-935E-4745-A350-DCBDC4B7B581}" dt="2021-05-10T09:50:34.090" v="2460" actId="20577"/>
          <ac:spMkLst>
            <pc:docMk/>
            <pc:sldMk cId="97201803" sldId="313"/>
            <ac:spMk id="13" creationId="{00000000-0000-0000-0000-000000000000}"/>
          </ac:spMkLst>
        </pc:spChg>
        <pc:picChg chg="mod">
          <ac:chgData name="Sebastian Broers" userId="c3680e268fc62312" providerId="LiveId" clId="{112D6E0F-935E-4745-A350-DCBDC4B7B581}" dt="2021-05-10T09:50:41.429" v="2461" actId="14826"/>
          <ac:picMkLst>
            <pc:docMk/>
            <pc:sldMk cId="97201803" sldId="313"/>
            <ac:picMk id="10" creationId="{4F1CD9D0-1E12-4F4E-AB39-936F7C6D48D3}"/>
          </ac:picMkLst>
        </pc:picChg>
      </pc:sldChg>
      <pc:sldChg chg="modSp add mod modNotesTx">
        <pc:chgData name="Sebastian Broers" userId="c3680e268fc62312" providerId="LiveId" clId="{112D6E0F-935E-4745-A350-DCBDC4B7B581}" dt="2021-05-10T09:51:30.798" v="2466"/>
        <pc:sldMkLst>
          <pc:docMk/>
          <pc:sldMk cId="1932344621" sldId="314"/>
        </pc:sldMkLst>
        <pc:spChg chg="mod">
          <ac:chgData name="Sebastian Broers" userId="c3680e268fc62312" providerId="LiveId" clId="{112D6E0F-935E-4745-A350-DCBDC4B7B581}" dt="2021-05-10T09:51:10.879" v="2464"/>
          <ac:spMkLst>
            <pc:docMk/>
            <pc:sldMk cId="1932344621" sldId="314"/>
            <ac:spMk id="13" creationId="{00000000-0000-0000-0000-000000000000}"/>
          </ac:spMkLst>
        </pc:spChg>
        <pc:picChg chg="mod">
          <ac:chgData name="Sebastian Broers" userId="c3680e268fc62312" providerId="LiveId" clId="{112D6E0F-935E-4745-A350-DCBDC4B7B581}" dt="2021-05-10T09:51:17.719" v="2465" actId="14826"/>
          <ac:picMkLst>
            <pc:docMk/>
            <pc:sldMk cId="1932344621" sldId="314"/>
            <ac:picMk id="10" creationId="{4F1CD9D0-1E12-4F4E-AB39-936F7C6D48D3}"/>
          </ac:picMkLst>
        </pc:picChg>
      </pc:sldChg>
      <pc:sldChg chg="modSp add mod modNotesTx">
        <pc:chgData name="Sebastian Broers" userId="c3680e268fc62312" providerId="LiveId" clId="{112D6E0F-935E-4745-A350-DCBDC4B7B581}" dt="2021-05-10T09:52:12.351" v="2474"/>
        <pc:sldMkLst>
          <pc:docMk/>
          <pc:sldMk cId="2444414631" sldId="315"/>
        </pc:sldMkLst>
        <pc:spChg chg="mod">
          <ac:chgData name="Sebastian Broers" userId="c3680e268fc62312" providerId="LiveId" clId="{112D6E0F-935E-4745-A350-DCBDC4B7B581}" dt="2021-05-10T09:51:54.257" v="2472" actId="20577"/>
          <ac:spMkLst>
            <pc:docMk/>
            <pc:sldMk cId="2444414631" sldId="315"/>
            <ac:spMk id="13" creationId="{00000000-0000-0000-0000-000000000000}"/>
          </ac:spMkLst>
        </pc:spChg>
        <pc:picChg chg="mod">
          <ac:chgData name="Sebastian Broers" userId="c3680e268fc62312" providerId="LiveId" clId="{112D6E0F-935E-4745-A350-DCBDC4B7B581}" dt="2021-05-10T09:52:01.968" v="2473" actId="14826"/>
          <ac:picMkLst>
            <pc:docMk/>
            <pc:sldMk cId="2444414631" sldId="315"/>
            <ac:picMk id="10" creationId="{4F1CD9D0-1E12-4F4E-AB39-936F7C6D48D3}"/>
          </ac:picMkLst>
        </pc:picChg>
      </pc:sldChg>
      <pc:sldChg chg="modSp add mod modNotesTx">
        <pc:chgData name="Sebastian Broers" userId="c3680e268fc62312" providerId="LiveId" clId="{112D6E0F-935E-4745-A350-DCBDC4B7B581}" dt="2021-05-10T09:52:49.871" v="2480" actId="20577"/>
        <pc:sldMkLst>
          <pc:docMk/>
          <pc:sldMk cId="2501320617" sldId="316"/>
        </pc:sldMkLst>
        <pc:spChg chg="mod">
          <ac:chgData name="Sebastian Broers" userId="c3680e268fc62312" providerId="LiveId" clId="{112D6E0F-935E-4745-A350-DCBDC4B7B581}" dt="2021-05-10T09:52:34.285" v="2478" actId="20577"/>
          <ac:spMkLst>
            <pc:docMk/>
            <pc:sldMk cId="2501320617" sldId="316"/>
            <ac:spMk id="13" creationId="{00000000-0000-0000-0000-000000000000}"/>
          </ac:spMkLst>
        </pc:spChg>
        <pc:picChg chg="mod">
          <ac:chgData name="Sebastian Broers" userId="c3680e268fc62312" providerId="LiveId" clId="{112D6E0F-935E-4745-A350-DCBDC4B7B581}" dt="2021-05-10T09:52:43.643" v="2479" actId="14826"/>
          <ac:picMkLst>
            <pc:docMk/>
            <pc:sldMk cId="2501320617" sldId="316"/>
            <ac:picMk id="10" creationId="{4F1CD9D0-1E12-4F4E-AB39-936F7C6D48D3}"/>
          </ac:picMkLst>
        </pc:picChg>
      </pc:sldChg>
      <pc:sldChg chg="modSp add mod">
        <pc:chgData name="Sebastian Broers" userId="c3680e268fc62312" providerId="LiveId" clId="{112D6E0F-935E-4745-A350-DCBDC4B7B581}" dt="2021-05-10T09:53:26.545" v="2483" actId="14826"/>
        <pc:sldMkLst>
          <pc:docMk/>
          <pc:sldMk cId="533000641" sldId="317"/>
        </pc:sldMkLst>
        <pc:spChg chg="mod">
          <ac:chgData name="Sebastian Broers" userId="c3680e268fc62312" providerId="LiveId" clId="{112D6E0F-935E-4745-A350-DCBDC4B7B581}" dt="2021-05-10T09:53:11.962" v="2482"/>
          <ac:spMkLst>
            <pc:docMk/>
            <pc:sldMk cId="533000641" sldId="317"/>
            <ac:spMk id="13" creationId="{00000000-0000-0000-0000-000000000000}"/>
          </ac:spMkLst>
        </pc:spChg>
        <pc:picChg chg="mod">
          <ac:chgData name="Sebastian Broers" userId="c3680e268fc62312" providerId="LiveId" clId="{112D6E0F-935E-4745-A350-DCBDC4B7B581}" dt="2021-05-10T09:53:26.545" v="2483" actId="14826"/>
          <ac:picMkLst>
            <pc:docMk/>
            <pc:sldMk cId="533000641" sldId="317"/>
            <ac:picMk id="10" creationId="{4F1CD9D0-1E12-4F4E-AB39-936F7C6D48D3}"/>
          </ac:picMkLst>
        </pc:picChg>
      </pc:sldChg>
      <pc:sldChg chg="addSp delSp modSp add mod modNotesTx">
        <pc:chgData name="Sebastian Broers" userId="c3680e268fc62312" providerId="LiveId" clId="{112D6E0F-935E-4745-A350-DCBDC4B7B581}" dt="2021-05-10T09:54:45.062" v="2501"/>
        <pc:sldMkLst>
          <pc:docMk/>
          <pc:sldMk cId="2600507056" sldId="318"/>
        </pc:sldMkLst>
        <pc:spChg chg="mod">
          <ac:chgData name="Sebastian Broers" userId="c3680e268fc62312" providerId="LiveId" clId="{112D6E0F-935E-4745-A350-DCBDC4B7B581}" dt="2021-05-10T09:53:50.885" v="2487"/>
          <ac:spMkLst>
            <pc:docMk/>
            <pc:sldMk cId="2600507056" sldId="318"/>
            <ac:spMk id="13" creationId="{00000000-0000-0000-0000-000000000000}"/>
          </ac:spMkLst>
        </pc:spChg>
        <pc:picChg chg="add mod">
          <ac:chgData name="Sebastian Broers" userId="c3680e268fc62312" providerId="LiveId" clId="{112D6E0F-935E-4745-A350-DCBDC4B7B581}" dt="2021-05-10T09:54:34.846" v="2500" actId="1076"/>
          <ac:picMkLst>
            <pc:docMk/>
            <pc:sldMk cId="2600507056" sldId="318"/>
            <ac:picMk id="9" creationId="{443C905C-7C37-4BC2-B6C2-95548A7C9AAE}"/>
          </ac:picMkLst>
        </pc:picChg>
        <pc:picChg chg="del mod">
          <ac:chgData name="Sebastian Broers" userId="c3680e268fc62312" providerId="LiveId" clId="{112D6E0F-935E-4745-A350-DCBDC4B7B581}" dt="2021-05-10T09:54:13.186" v="2494" actId="478"/>
          <ac:picMkLst>
            <pc:docMk/>
            <pc:sldMk cId="2600507056" sldId="318"/>
            <ac:picMk id="10" creationId="{4F1CD9D0-1E12-4F4E-AB39-936F7C6D48D3}"/>
          </ac:picMkLst>
        </pc:picChg>
      </pc:sldChg>
      <pc:sldChg chg="modSp add mod">
        <pc:chgData name="Sebastian Broers" userId="c3680e268fc62312" providerId="LiveId" clId="{112D6E0F-935E-4745-A350-DCBDC4B7B581}" dt="2021-05-10T09:55:21.363" v="2506" actId="14826"/>
        <pc:sldMkLst>
          <pc:docMk/>
          <pc:sldMk cId="1024459015" sldId="319"/>
        </pc:sldMkLst>
        <pc:spChg chg="mod">
          <ac:chgData name="Sebastian Broers" userId="c3680e268fc62312" providerId="LiveId" clId="{112D6E0F-935E-4745-A350-DCBDC4B7B581}" dt="2021-05-10T09:55:12.186" v="2505" actId="20577"/>
          <ac:spMkLst>
            <pc:docMk/>
            <pc:sldMk cId="1024459015" sldId="319"/>
            <ac:spMk id="13" creationId="{00000000-0000-0000-0000-000000000000}"/>
          </ac:spMkLst>
        </pc:spChg>
        <pc:picChg chg="mod">
          <ac:chgData name="Sebastian Broers" userId="c3680e268fc62312" providerId="LiveId" clId="{112D6E0F-935E-4745-A350-DCBDC4B7B581}" dt="2021-05-10T09:55:21.363" v="2506" actId="14826"/>
          <ac:picMkLst>
            <pc:docMk/>
            <pc:sldMk cId="1024459015" sldId="319"/>
            <ac:picMk id="9" creationId="{443C905C-7C37-4BC2-B6C2-95548A7C9AAE}"/>
          </ac:picMkLst>
        </pc:picChg>
      </pc:sldChg>
      <pc:sldChg chg="addSp delSp modSp add mod modNotesTx">
        <pc:chgData name="Sebastian Broers" userId="c3680e268fc62312" providerId="LiveId" clId="{112D6E0F-935E-4745-A350-DCBDC4B7B581}" dt="2021-05-10T09:57:29.753" v="2543" actId="20577"/>
        <pc:sldMkLst>
          <pc:docMk/>
          <pc:sldMk cId="81978256" sldId="320"/>
        </pc:sldMkLst>
        <pc:spChg chg="mod">
          <ac:chgData name="Sebastian Broers" userId="c3680e268fc62312" providerId="LiveId" clId="{112D6E0F-935E-4745-A350-DCBDC4B7B581}" dt="2021-05-10T09:55:42.432" v="2509" actId="20577"/>
          <ac:spMkLst>
            <pc:docMk/>
            <pc:sldMk cId="81978256" sldId="320"/>
            <ac:spMk id="13" creationId="{00000000-0000-0000-0000-000000000000}"/>
          </ac:spMkLst>
        </pc:spChg>
        <pc:picChg chg="del mod">
          <ac:chgData name="Sebastian Broers" userId="c3680e268fc62312" providerId="LiveId" clId="{112D6E0F-935E-4745-A350-DCBDC4B7B581}" dt="2021-05-10T09:55:57.970" v="2511" actId="478"/>
          <ac:picMkLst>
            <pc:docMk/>
            <pc:sldMk cId="81978256" sldId="320"/>
            <ac:picMk id="9" creationId="{443C905C-7C37-4BC2-B6C2-95548A7C9AAE}"/>
          </ac:picMkLst>
        </pc:picChg>
        <pc:picChg chg="add mod">
          <ac:chgData name="Sebastian Broers" userId="c3680e268fc62312" providerId="LiveId" clId="{112D6E0F-935E-4745-A350-DCBDC4B7B581}" dt="2021-05-10T09:57:01.169" v="2536" actId="1076"/>
          <ac:picMkLst>
            <pc:docMk/>
            <pc:sldMk cId="81978256" sldId="320"/>
            <ac:picMk id="10" creationId="{CDF8D0B3-7D96-46CE-8487-60FA01A99239}"/>
          </ac:picMkLst>
        </pc:picChg>
        <pc:picChg chg="add mod">
          <ac:chgData name="Sebastian Broers" userId="c3680e268fc62312" providerId="LiveId" clId="{112D6E0F-935E-4745-A350-DCBDC4B7B581}" dt="2021-05-10T09:57:03.380" v="2537" actId="1076"/>
          <ac:picMkLst>
            <pc:docMk/>
            <pc:sldMk cId="81978256" sldId="320"/>
            <ac:picMk id="14" creationId="{1897AD51-559E-4E5B-91AB-B1419874B337}"/>
          </ac:picMkLst>
        </pc:picChg>
        <pc:picChg chg="add mod">
          <ac:chgData name="Sebastian Broers" userId="c3680e268fc62312" providerId="LiveId" clId="{112D6E0F-935E-4745-A350-DCBDC4B7B581}" dt="2021-05-10T09:57:04.967" v="2538" actId="1076"/>
          <ac:picMkLst>
            <pc:docMk/>
            <pc:sldMk cId="81978256" sldId="320"/>
            <ac:picMk id="15" creationId="{A6F3DA26-CC90-4015-833A-753AE8D0FBAC}"/>
          </ac:picMkLst>
        </pc:picChg>
        <pc:cxnChg chg="add mod">
          <ac:chgData name="Sebastian Broers" userId="c3680e268fc62312" providerId="LiveId" clId="{112D6E0F-935E-4745-A350-DCBDC4B7B581}" dt="2021-05-10T09:57:15.591" v="2540" actId="1076"/>
          <ac:cxnSpMkLst>
            <pc:docMk/>
            <pc:sldMk cId="81978256" sldId="320"/>
            <ac:cxnSpMk id="16" creationId="{6718AED7-91AC-4535-9F1A-5AE56C0316B1}"/>
          </ac:cxnSpMkLst>
        </pc:cxnChg>
        <pc:cxnChg chg="add mod">
          <ac:chgData name="Sebastian Broers" userId="c3680e268fc62312" providerId="LiveId" clId="{112D6E0F-935E-4745-A350-DCBDC4B7B581}" dt="2021-05-10T09:57:19.463" v="2542" actId="1076"/>
          <ac:cxnSpMkLst>
            <pc:docMk/>
            <pc:sldMk cId="81978256" sldId="320"/>
            <ac:cxnSpMk id="17" creationId="{201AD605-44F7-4C84-911F-23C859C14F02}"/>
          </ac:cxnSpMkLst>
        </pc:cxnChg>
      </pc:sldChg>
    </pc:docChg>
  </pc:docChgLst>
  <pc:docChgLst>
    <pc:chgData name="Sebastian Broers" userId="c3680e268fc62312" providerId="LiveId" clId="{6A9F4A06-4B04-4102-92D7-FE630C467DD4}"/>
    <pc:docChg chg="undo custSel addSld delSld modSld sldOrd">
      <pc:chgData name="Sebastian Broers" userId="c3680e268fc62312" providerId="LiveId" clId="{6A9F4A06-4B04-4102-92D7-FE630C467DD4}" dt="2021-05-06T11:27:55.286" v="2061" actId="20577"/>
      <pc:docMkLst>
        <pc:docMk/>
      </pc:docMkLst>
      <pc:sldChg chg="modSp mod">
        <pc:chgData name="Sebastian Broers" userId="c3680e268fc62312" providerId="LiveId" clId="{6A9F4A06-4B04-4102-92D7-FE630C467DD4}" dt="2021-05-06T07:18:13.420" v="54" actId="14100"/>
        <pc:sldMkLst>
          <pc:docMk/>
          <pc:sldMk cId="314895424" sldId="258"/>
        </pc:sldMkLst>
        <pc:spChg chg="mod">
          <ac:chgData name="Sebastian Broers" userId="c3680e268fc62312" providerId="LiveId" clId="{6A9F4A06-4B04-4102-92D7-FE630C467DD4}" dt="2021-05-06T07:18:13.420" v="54" actId="14100"/>
          <ac:spMkLst>
            <pc:docMk/>
            <pc:sldMk cId="314895424" sldId="258"/>
            <ac:spMk id="2" creationId="{00000000-0000-0000-0000-000000000000}"/>
          </ac:spMkLst>
        </pc:spChg>
        <pc:spChg chg="mod">
          <ac:chgData name="Sebastian Broers" userId="c3680e268fc62312" providerId="LiveId" clId="{6A9F4A06-4B04-4102-92D7-FE630C467DD4}" dt="2021-05-06T07:18:00.425" v="49" actId="20577"/>
          <ac:spMkLst>
            <pc:docMk/>
            <pc:sldMk cId="314895424" sldId="258"/>
            <ac:spMk id="3" creationId="{00000000-0000-0000-0000-000000000000}"/>
          </ac:spMkLst>
        </pc:spChg>
      </pc:sldChg>
      <pc:sldChg chg="ord">
        <pc:chgData name="Sebastian Broers" userId="c3680e268fc62312" providerId="LiveId" clId="{6A9F4A06-4B04-4102-92D7-FE630C467DD4}" dt="2021-05-06T07:21:44.310" v="131"/>
        <pc:sldMkLst>
          <pc:docMk/>
          <pc:sldMk cId="581079009" sldId="259"/>
        </pc:sldMkLst>
      </pc:sldChg>
      <pc:sldChg chg="modSp mod ord modShow">
        <pc:chgData name="Sebastian Broers" userId="c3680e268fc62312" providerId="LiveId" clId="{6A9F4A06-4B04-4102-92D7-FE630C467DD4}" dt="2021-05-06T11:27:55.286" v="2061" actId="20577"/>
        <pc:sldMkLst>
          <pc:docMk/>
          <pc:sldMk cId="3121829160" sldId="260"/>
        </pc:sldMkLst>
        <pc:spChg chg="mod">
          <ac:chgData name="Sebastian Broers" userId="c3680e268fc62312" providerId="LiveId" clId="{6A9F4A06-4B04-4102-92D7-FE630C467DD4}" dt="2021-05-06T07:23:08.461" v="135"/>
          <ac:spMkLst>
            <pc:docMk/>
            <pc:sldMk cId="3121829160" sldId="260"/>
            <ac:spMk id="22" creationId="{00000000-0000-0000-0000-000000000000}"/>
          </ac:spMkLst>
        </pc:spChg>
        <pc:spChg chg="mod">
          <ac:chgData name="Sebastian Broers" userId="c3680e268fc62312" providerId="LiveId" clId="{6A9F4A06-4B04-4102-92D7-FE630C467DD4}" dt="2021-05-06T07:23:17.239" v="136"/>
          <ac:spMkLst>
            <pc:docMk/>
            <pc:sldMk cId="3121829160" sldId="260"/>
            <ac:spMk id="23" creationId="{00000000-0000-0000-0000-000000000000}"/>
          </ac:spMkLst>
        </pc:spChg>
        <pc:spChg chg="mod">
          <ac:chgData name="Sebastian Broers" userId="c3680e268fc62312" providerId="LiveId" clId="{6A9F4A06-4B04-4102-92D7-FE630C467DD4}" dt="2021-05-06T07:23:23.185" v="137"/>
          <ac:spMkLst>
            <pc:docMk/>
            <pc:sldMk cId="3121829160" sldId="260"/>
            <ac:spMk id="24" creationId="{00000000-0000-0000-0000-000000000000}"/>
          </ac:spMkLst>
        </pc:spChg>
        <pc:spChg chg="mod">
          <ac:chgData name="Sebastian Broers" userId="c3680e268fc62312" providerId="LiveId" clId="{6A9F4A06-4B04-4102-92D7-FE630C467DD4}" dt="2021-05-06T11:27:55.286" v="2061" actId="20577"/>
          <ac:spMkLst>
            <pc:docMk/>
            <pc:sldMk cId="3121829160" sldId="260"/>
            <ac:spMk id="25" creationId="{00000000-0000-0000-0000-000000000000}"/>
          </ac:spMkLst>
        </pc:spChg>
        <pc:spChg chg="mod">
          <ac:chgData name="Sebastian Broers" userId="c3680e268fc62312" providerId="LiveId" clId="{6A9F4A06-4B04-4102-92D7-FE630C467DD4}" dt="2021-05-06T10:08:08.978" v="1963" actId="14100"/>
          <ac:spMkLst>
            <pc:docMk/>
            <pc:sldMk cId="3121829160" sldId="260"/>
            <ac:spMk id="29" creationId="{00000000-0000-0000-0000-000000000000}"/>
          </ac:spMkLst>
        </pc:spChg>
      </pc:sldChg>
      <pc:sldChg chg="addSp delSp modSp mod modShow">
        <pc:chgData name="Sebastian Broers" userId="c3680e268fc62312" providerId="LiveId" clId="{6A9F4A06-4B04-4102-92D7-FE630C467DD4}" dt="2021-05-06T07:21:34.193" v="128" actId="729"/>
        <pc:sldMkLst>
          <pc:docMk/>
          <pc:sldMk cId="2762910432" sldId="261"/>
        </pc:sldMkLst>
        <pc:spChg chg="add del mod">
          <ac:chgData name="Sebastian Broers" userId="c3680e268fc62312" providerId="LiveId" clId="{6A9F4A06-4B04-4102-92D7-FE630C467DD4}" dt="2021-05-06T07:15:34.004" v="3" actId="478"/>
          <ac:spMkLst>
            <pc:docMk/>
            <pc:sldMk cId="2762910432" sldId="261"/>
            <ac:spMk id="4" creationId="{6F190F1B-19F9-4FFD-90A7-5A3E7C42DFD9}"/>
          </ac:spMkLst>
        </pc:spChg>
        <pc:spChg chg="mod">
          <ac:chgData name="Sebastian Broers" userId="c3680e268fc62312" providerId="LiveId" clId="{6A9F4A06-4B04-4102-92D7-FE630C467DD4}" dt="2021-05-06T07:15:36.944" v="9" actId="20577"/>
          <ac:spMkLst>
            <pc:docMk/>
            <pc:sldMk cId="2762910432" sldId="261"/>
            <ac:spMk id="11" creationId="{00000000-0000-0000-0000-000000000000}"/>
          </ac:spMkLst>
        </pc:spChg>
        <pc:spChg chg="del">
          <ac:chgData name="Sebastian Broers" userId="c3680e268fc62312" providerId="LiveId" clId="{6A9F4A06-4B04-4102-92D7-FE630C467DD4}" dt="2021-05-06T07:15:32.238" v="2" actId="478"/>
          <ac:spMkLst>
            <pc:docMk/>
            <pc:sldMk cId="2762910432" sldId="261"/>
            <ac:spMk id="12" creationId="{00000000-0000-0000-0000-000000000000}"/>
          </ac:spMkLst>
        </pc:spChg>
        <pc:spChg chg="mod">
          <ac:chgData name="Sebastian Broers" userId="c3680e268fc62312" providerId="LiveId" clId="{6A9F4A06-4B04-4102-92D7-FE630C467DD4}" dt="2021-05-06T07:15:25.583" v="1"/>
          <ac:spMkLst>
            <pc:docMk/>
            <pc:sldMk cId="2762910432" sldId="261"/>
            <ac:spMk id="13" creationId="{00000000-0000-0000-0000-000000000000}"/>
          </ac:spMkLst>
        </pc:spChg>
      </pc:sldChg>
      <pc:sldChg chg="delSp modSp mod ord">
        <pc:chgData name="Sebastian Broers" userId="c3680e268fc62312" providerId="LiveId" clId="{6A9F4A06-4B04-4102-92D7-FE630C467DD4}" dt="2021-05-06T07:31:01.040" v="182" actId="1076"/>
        <pc:sldMkLst>
          <pc:docMk/>
          <pc:sldMk cId="1545939387" sldId="262"/>
        </pc:sldMkLst>
        <pc:spChg chg="mod">
          <ac:chgData name="Sebastian Broers" userId="c3680e268fc62312" providerId="LiveId" clId="{6A9F4A06-4B04-4102-92D7-FE630C467DD4}" dt="2021-05-06T07:30:55.332" v="180" actId="1076"/>
          <ac:spMkLst>
            <pc:docMk/>
            <pc:sldMk cId="1545939387" sldId="262"/>
            <ac:spMk id="8" creationId="{00000000-0000-0000-0000-000000000000}"/>
          </ac:spMkLst>
        </pc:spChg>
        <pc:spChg chg="mod">
          <ac:chgData name="Sebastian Broers" userId="c3680e268fc62312" providerId="LiveId" clId="{6A9F4A06-4B04-4102-92D7-FE630C467DD4}" dt="2021-05-06T07:30:59.270" v="181" actId="1076"/>
          <ac:spMkLst>
            <pc:docMk/>
            <pc:sldMk cId="1545939387" sldId="262"/>
            <ac:spMk id="9" creationId="{00000000-0000-0000-0000-000000000000}"/>
          </ac:spMkLst>
        </pc:spChg>
        <pc:spChg chg="mod">
          <ac:chgData name="Sebastian Broers" userId="c3680e268fc62312" providerId="LiveId" clId="{6A9F4A06-4B04-4102-92D7-FE630C467DD4}" dt="2021-05-06T07:31:01.040" v="182" actId="1076"/>
          <ac:spMkLst>
            <pc:docMk/>
            <pc:sldMk cId="1545939387" sldId="262"/>
            <ac:spMk id="10" creationId="{00000000-0000-0000-0000-000000000000}"/>
          </ac:spMkLst>
        </pc:spChg>
        <pc:spChg chg="del">
          <ac:chgData name="Sebastian Broers" userId="c3680e268fc62312" providerId="LiveId" clId="{6A9F4A06-4B04-4102-92D7-FE630C467DD4}" dt="2021-05-06T07:30:28.736" v="176" actId="478"/>
          <ac:spMkLst>
            <pc:docMk/>
            <pc:sldMk cId="1545939387" sldId="262"/>
            <ac:spMk id="22" creationId="{00000000-0000-0000-0000-000000000000}"/>
          </ac:spMkLst>
        </pc:spChg>
      </pc:sldChg>
      <pc:sldChg chg="mod modShow">
        <pc:chgData name="Sebastian Broers" userId="c3680e268fc62312" providerId="LiveId" clId="{6A9F4A06-4B04-4102-92D7-FE630C467DD4}" dt="2021-05-06T09:49:53.080" v="1626" actId="729"/>
        <pc:sldMkLst>
          <pc:docMk/>
          <pc:sldMk cId="124429707" sldId="263"/>
        </pc:sldMkLst>
      </pc:sldChg>
      <pc:sldChg chg="mod modShow">
        <pc:chgData name="Sebastian Broers" userId="c3680e268fc62312" providerId="LiveId" clId="{6A9F4A06-4B04-4102-92D7-FE630C467DD4}" dt="2021-05-06T09:49:49.523" v="1625" actId="729"/>
        <pc:sldMkLst>
          <pc:docMk/>
          <pc:sldMk cId="690260394" sldId="265"/>
        </pc:sldMkLst>
      </pc:sldChg>
      <pc:sldChg chg="addSp delSp modSp add mod">
        <pc:chgData name="Sebastian Broers" userId="c3680e268fc62312" providerId="LiveId" clId="{6A9F4A06-4B04-4102-92D7-FE630C467DD4}" dt="2021-05-06T10:06:11.684" v="1930" actId="20577"/>
        <pc:sldMkLst>
          <pc:docMk/>
          <pc:sldMk cId="1116914026" sldId="267"/>
        </pc:sldMkLst>
        <pc:spChg chg="add del mod">
          <ac:chgData name="Sebastian Broers" userId="c3680e268fc62312" providerId="LiveId" clId="{6A9F4A06-4B04-4102-92D7-FE630C467DD4}" dt="2021-05-06T07:29:44.962" v="171" actId="478"/>
          <ac:spMkLst>
            <pc:docMk/>
            <pc:sldMk cId="1116914026" sldId="267"/>
            <ac:spMk id="4" creationId="{12D0512A-A085-46CD-BD81-74CA874E00F0}"/>
          </ac:spMkLst>
        </pc:spChg>
        <pc:spChg chg="mod">
          <ac:chgData name="Sebastian Broers" userId="c3680e268fc62312" providerId="LiveId" clId="{6A9F4A06-4B04-4102-92D7-FE630C467DD4}" dt="2021-05-06T07:29:41.171" v="169" actId="27636"/>
          <ac:spMkLst>
            <pc:docMk/>
            <pc:sldMk cId="1116914026" sldId="267"/>
            <ac:spMk id="11" creationId="{00000000-0000-0000-0000-000000000000}"/>
          </ac:spMkLst>
        </pc:spChg>
        <pc:spChg chg="del">
          <ac:chgData name="Sebastian Broers" userId="c3680e268fc62312" providerId="LiveId" clId="{6A9F4A06-4B04-4102-92D7-FE630C467DD4}" dt="2021-05-06T07:29:43.370" v="170" actId="478"/>
          <ac:spMkLst>
            <pc:docMk/>
            <pc:sldMk cId="1116914026" sldId="267"/>
            <ac:spMk id="12" creationId="{00000000-0000-0000-0000-000000000000}"/>
          </ac:spMkLst>
        </pc:spChg>
        <pc:spChg chg="mod">
          <ac:chgData name="Sebastian Broers" userId="c3680e268fc62312" providerId="LiveId" clId="{6A9F4A06-4B04-4102-92D7-FE630C467DD4}" dt="2021-05-06T10:06:11.684" v="1930" actId="20577"/>
          <ac:spMkLst>
            <pc:docMk/>
            <pc:sldMk cId="1116914026" sldId="267"/>
            <ac:spMk id="13" creationId="{00000000-0000-0000-0000-000000000000}"/>
          </ac:spMkLst>
        </pc:spChg>
      </pc:sldChg>
      <pc:sldChg chg="addSp delSp modSp add mod modShow">
        <pc:chgData name="Sebastian Broers" userId="c3680e268fc62312" providerId="LiveId" clId="{6A9F4A06-4B04-4102-92D7-FE630C467DD4}" dt="2021-05-06T09:48:18.153" v="1620" actId="20577"/>
        <pc:sldMkLst>
          <pc:docMk/>
          <pc:sldMk cId="1759709190" sldId="268"/>
        </pc:sldMkLst>
        <pc:spChg chg="add del mod">
          <ac:chgData name="Sebastian Broers" userId="c3680e268fc62312" providerId="LiveId" clId="{6A9F4A06-4B04-4102-92D7-FE630C467DD4}" dt="2021-05-06T07:16:31.875" v="14" actId="478"/>
          <ac:spMkLst>
            <pc:docMk/>
            <pc:sldMk cId="1759709190" sldId="268"/>
            <ac:spMk id="5" creationId="{B720BB71-2308-42C1-8709-08B02EEEE8F6}"/>
          </ac:spMkLst>
        </pc:spChg>
        <pc:spChg chg="add del mod">
          <ac:chgData name="Sebastian Broers" userId="c3680e268fc62312" providerId="LiveId" clId="{6A9F4A06-4B04-4102-92D7-FE630C467DD4}" dt="2021-05-06T07:16:35.536" v="16" actId="478"/>
          <ac:spMkLst>
            <pc:docMk/>
            <pc:sldMk cId="1759709190" sldId="268"/>
            <ac:spMk id="7" creationId="{F0E43B7A-5055-4F2F-A43C-CD691DD91D57}"/>
          </ac:spMkLst>
        </pc:spChg>
        <pc:spChg chg="add del mod">
          <ac:chgData name="Sebastian Broers" userId="c3680e268fc62312" providerId="LiveId" clId="{6A9F4A06-4B04-4102-92D7-FE630C467DD4}" dt="2021-05-06T07:16:38.907" v="18" actId="478"/>
          <ac:spMkLst>
            <pc:docMk/>
            <pc:sldMk cId="1759709190" sldId="268"/>
            <ac:spMk id="9" creationId="{1DFB8688-F4B4-405B-99D4-A4723E796B32}"/>
          </ac:spMkLst>
        </pc:spChg>
        <pc:spChg chg="add del mod">
          <ac:chgData name="Sebastian Broers" userId="c3680e268fc62312" providerId="LiveId" clId="{6A9F4A06-4B04-4102-92D7-FE630C467DD4}" dt="2021-05-06T07:16:42.371" v="20" actId="478"/>
          <ac:spMkLst>
            <pc:docMk/>
            <pc:sldMk cId="1759709190" sldId="268"/>
            <ac:spMk id="11" creationId="{C3789835-8E0D-484A-A7CF-8FFF10475C7E}"/>
          </ac:spMkLst>
        </pc:spChg>
        <pc:spChg chg="add del mod">
          <ac:chgData name="Sebastian Broers" userId="c3680e268fc62312" providerId="LiveId" clId="{6A9F4A06-4B04-4102-92D7-FE630C467DD4}" dt="2021-05-06T07:16:49.381" v="24" actId="478"/>
          <ac:spMkLst>
            <pc:docMk/>
            <pc:sldMk cId="1759709190" sldId="268"/>
            <ac:spMk id="13" creationId="{81C93AA1-9C80-4426-A462-D04739A333BF}"/>
          </ac:spMkLst>
        </pc:spChg>
        <pc:spChg chg="add del mod">
          <ac:chgData name="Sebastian Broers" userId="c3680e268fc62312" providerId="LiveId" clId="{6A9F4A06-4B04-4102-92D7-FE630C467DD4}" dt="2021-05-06T07:16:47.073" v="23" actId="478"/>
          <ac:spMkLst>
            <pc:docMk/>
            <pc:sldMk cId="1759709190" sldId="268"/>
            <ac:spMk id="15" creationId="{9169B529-6775-4193-9E2D-0A592C75340D}"/>
          </ac:spMkLst>
        </pc:spChg>
        <pc:spChg chg="add del mod">
          <ac:chgData name="Sebastian Broers" userId="c3680e268fc62312" providerId="LiveId" clId="{6A9F4A06-4B04-4102-92D7-FE630C467DD4}" dt="2021-05-06T07:18:44.598" v="57" actId="478"/>
          <ac:spMkLst>
            <pc:docMk/>
            <pc:sldMk cId="1759709190" sldId="268"/>
            <ac:spMk id="17" creationId="{1259E0F5-9C00-4C0E-985A-889D9B4F6B6C}"/>
          </ac:spMkLst>
        </pc:spChg>
        <pc:spChg chg="add del mod">
          <ac:chgData name="Sebastian Broers" userId="c3680e268fc62312" providerId="LiveId" clId="{6A9F4A06-4B04-4102-92D7-FE630C467DD4}" dt="2021-05-06T07:18:47.688" v="59" actId="478"/>
          <ac:spMkLst>
            <pc:docMk/>
            <pc:sldMk cId="1759709190" sldId="268"/>
            <ac:spMk id="19" creationId="{36A05B67-4436-4CFB-926A-CFE465B2D7B0}"/>
          </ac:spMkLst>
        </pc:spChg>
        <pc:spChg chg="add del mod">
          <ac:chgData name="Sebastian Broers" userId="c3680e268fc62312" providerId="LiveId" clId="{6A9F4A06-4B04-4102-92D7-FE630C467DD4}" dt="2021-05-06T07:19:21.192" v="68" actId="478"/>
          <ac:spMkLst>
            <pc:docMk/>
            <pc:sldMk cId="1759709190" sldId="268"/>
            <ac:spMk id="32" creationId="{BF0DEF7F-A971-4FB5-9734-5BA552FF8D26}"/>
          </ac:spMkLst>
        </pc:spChg>
        <pc:spChg chg="add del mod">
          <ac:chgData name="Sebastian Broers" userId="c3680e268fc62312" providerId="LiveId" clId="{6A9F4A06-4B04-4102-92D7-FE630C467DD4}" dt="2021-05-06T07:19:24.536" v="70" actId="478"/>
          <ac:spMkLst>
            <pc:docMk/>
            <pc:sldMk cId="1759709190" sldId="268"/>
            <ac:spMk id="34" creationId="{FE7C081D-A08B-481F-8D35-17BD81DBECBA}"/>
          </ac:spMkLst>
        </pc:spChg>
        <pc:spChg chg="add del mod">
          <ac:chgData name="Sebastian Broers" userId="c3680e268fc62312" providerId="LiveId" clId="{6A9F4A06-4B04-4102-92D7-FE630C467DD4}" dt="2021-05-06T07:19:27.783" v="73" actId="478"/>
          <ac:spMkLst>
            <pc:docMk/>
            <pc:sldMk cId="1759709190" sldId="268"/>
            <ac:spMk id="36" creationId="{83220BBA-3308-4C1D-AE86-77BD42CA2117}"/>
          </ac:spMkLst>
        </pc:spChg>
        <pc:spChg chg="add del mod">
          <ac:chgData name="Sebastian Broers" userId="c3680e268fc62312" providerId="LiveId" clId="{6A9F4A06-4B04-4102-92D7-FE630C467DD4}" dt="2021-05-06T07:19:29.919" v="75" actId="478"/>
          <ac:spMkLst>
            <pc:docMk/>
            <pc:sldMk cId="1759709190" sldId="268"/>
            <ac:spMk id="38" creationId="{CC1D79DC-BB04-4E8A-ABF1-012039991289}"/>
          </ac:spMkLst>
        </pc:spChg>
        <pc:spChg chg="add del mod">
          <ac:chgData name="Sebastian Broers" userId="c3680e268fc62312" providerId="LiveId" clId="{6A9F4A06-4B04-4102-92D7-FE630C467DD4}" dt="2021-05-06T07:20:51.483" v="119" actId="478"/>
          <ac:spMkLst>
            <pc:docMk/>
            <pc:sldMk cId="1759709190" sldId="268"/>
            <ac:spMk id="40" creationId="{FE17125A-78CB-4465-872F-66FF35AB589F}"/>
          </ac:spMkLst>
        </pc:spChg>
        <pc:spChg chg="add del mod">
          <ac:chgData name="Sebastian Broers" userId="c3680e268fc62312" providerId="LiveId" clId="{6A9F4A06-4B04-4102-92D7-FE630C467DD4}" dt="2021-05-06T07:20:52.848" v="120" actId="478"/>
          <ac:spMkLst>
            <pc:docMk/>
            <pc:sldMk cId="1759709190" sldId="268"/>
            <ac:spMk id="42" creationId="{5D5FBA85-E62A-4E37-B0DE-945841AC2493}"/>
          </ac:spMkLst>
        </pc:spChg>
        <pc:spChg chg="add del mod">
          <ac:chgData name="Sebastian Broers" userId="c3680e268fc62312" providerId="LiveId" clId="{6A9F4A06-4B04-4102-92D7-FE630C467DD4}" dt="2021-05-06T07:20:59.975" v="123" actId="478"/>
          <ac:spMkLst>
            <pc:docMk/>
            <pc:sldMk cId="1759709190" sldId="268"/>
            <ac:spMk id="44" creationId="{B94729E3-C8C3-4022-A966-1587A8D97952}"/>
          </ac:spMkLst>
        </pc:spChg>
        <pc:spChg chg="add del mod">
          <ac:chgData name="Sebastian Broers" userId="c3680e268fc62312" providerId="LiveId" clId="{6A9F4A06-4B04-4102-92D7-FE630C467DD4}" dt="2021-05-06T07:21:02.123" v="126" actId="478"/>
          <ac:spMkLst>
            <pc:docMk/>
            <pc:sldMk cId="1759709190" sldId="268"/>
            <ac:spMk id="46" creationId="{565C0AB4-EBF6-464B-BE6B-69B7E335C010}"/>
          </ac:spMkLst>
        </pc:spChg>
        <pc:spChg chg="add del mod">
          <ac:chgData name="Sebastian Broers" userId="c3680e268fc62312" providerId="LiveId" clId="{6A9F4A06-4B04-4102-92D7-FE630C467DD4}" dt="2021-05-06T07:18:51.524" v="61"/>
          <ac:spMkLst>
            <pc:docMk/>
            <pc:sldMk cId="1759709190" sldId="268"/>
            <ac:spMk id="47" creationId="{10A71310-51A7-406C-BCDC-799F9BD00569}"/>
          </ac:spMkLst>
        </pc:spChg>
        <pc:spChg chg="add del mod">
          <ac:chgData name="Sebastian Broers" userId="c3680e268fc62312" providerId="LiveId" clId="{6A9F4A06-4B04-4102-92D7-FE630C467DD4}" dt="2021-05-06T07:19:17.478" v="65" actId="21"/>
          <ac:spMkLst>
            <pc:docMk/>
            <pc:sldMk cId="1759709190" sldId="268"/>
            <ac:spMk id="48" creationId="{D0C7C888-6655-4584-9E7D-809CA60E54E3}"/>
          </ac:spMkLst>
        </pc:spChg>
        <pc:spChg chg="del">
          <ac:chgData name="Sebastian Broers" userId="c3680e268fc62312" providerId="LiveId" clId="{6A9F4A06-4B04-4102-92D7-FE630C467DD4}" dt="2021-05-06T07:18:43.175" v="55" actId="478"/>
          <ac:spMkLst>
            <pc:docMk/>
            <pc:sldMk cId="1759709190" sldId="268"/>
            <ac:spMk id="51" creationId="{00000000-0000-0000-0000-000000000000}"/>
          </ac:spMkLst>
        </pc:spChg>
        <pc:spChg chg="del mod">
          <ac:chgData name="Sebastian Broers" userId="c3680e268fc62312" providerId="LiveId" clId="{6A9F4A06-4B04-4102-92D7-FE630C467DD4}" dt="2021-05-06T07:18:46.857" v="58" actId="478"/>
          <ac:spMkLst>
            <pc:docMk/>
            <pc:sldMk cId="1759709190" sldId="268"/>
            <ac:spMk id="52" creationId="{00000000-0000-0000-0000-000000000000}"/>
          </ac:spMkLst>
        </pc:spChg>
        <pc:spChg chg="del">
          <ac:chgData name="Sebastian Broers" userId="c3680e268fc62312" providerId="LiveId" clId="{6A9F4A06-4B04-4102-92D7-FE630C467DD4}" dt="2021-05-06T07:16:29.018" v="13" actId="478"/>
          <ac:spMkLst>
            <pc:docMk/>
            <pc:sldMk cId="1759709190" sldId="268"/>
            <ac:spMk id="53" creationId="{00000000-0000-0000-0000-000000000000}"/>
          </ac:spMkLst>
        </pc:spChg>
        <pc:spChg chg="del">
          <ac:chgData name="Sebastian Broers" userId="c3680e268fc62312" providerId="LiveId" clId="{6A9F4A06-4B04-4102-92D7-FE630C467DD4}" dt="2021-05-06T07:19:20.028" v="66" actId="478"/>
          <ac:spMkLst>
            <pc:docMk/>
            <pc:sldMk cId="1759709190" sldId="268"/>
            <ac:spMk id="54" creationId="{00000000-0000-0000-0000-000000000000}"/>
          </ac:spMkLst>
        </pc:spChg>
        <pc:spChg chg="del">
          <ac:chgData name="Sebastian Broers" userId="c3680e268fc62312" providerId="LiveId" clId="{6A9F4A06-4B04-4102-92D7-FE630C467DD4}" dt="2021-05-06T07:19:22.488" v="69" actId="478"/>
          <ac:spMkLst>
            <pc:docMk/>
            <pc:sldMk cId="1759709190" sldId="268"/>
            <ac:spMk id="55" creationId="{00000000-0000-0000-0000-000000000000}"/>
          </ac:spMkLst>
        </pc:spChg>
        <pc:spChg chg="del">
          <ac:chgData name="Sebastian Broers" userId="c3680e268fc62312" providerId="LiveId" clId="{6A9F4A06-4B04-4102-92D7-FE630C467DD4}" dt="2021-05-06T07:16:33.692" v="15" actId="478"/>
          <ac:spMkLst>
            <pc:docMk/>
            <pc:sldMk cId="1759709190" sldId="268"/>
            <ac:spMk id="56" creationId="{00000000-0000-0000-0000-000000000000}"/>
          </ac:spMkLst>
        </pc:spChg>
        <pc:spChg chg="del">
          <ac:chgData name="Sebastian Broers" userId="c3680e268fc62312" providerId="LiveId" clId="{6A9F4A06-4B04-4102-92D7-FE630C467DD4}" dt="2021-05-06T07:19:26.134" v="71" actId="478"/>
          <ac:spMkLst>
            <pc:docMk/>
            <pc:sldMk cId="1759709190" sldId="268"/>
            <ac:spMk id="57" creationId="{00000000-0000-0000-0000-000000000000}"/>
          </ac:spMkLst>
        </pc:spChg>
        <pc:spChg chg="del">
          <ac:chgData name="Sebastian Broers" userId="c3680e268fc62312" providerId="LiveId" clId="{6A9F4A06-4B04-4102-92D7-FE630C467DD4}" dt="2021-05-06T07:19:29.196" v="74" actId="478"/>
          <ac:spMkLst>
            <pc:docMk/>
            <pc:sldMk cId="1759709190" sldId="268"/>
            <ac:spMk id="58" creationId="{00000000-0000-0000-0000-000000000000}"/>
          </ac:spMkLst>
        </pc:spChg>
        <pc:spChg chg="del">
          <ac:chgData name="Sebastian Broers" userId="c3680e268fc62312" providerId="LiveId" clId="{6A9F4A06-4B04-4102-92D7-FE630C467DD4}" dt="2021-05-06T07:16:37.386" v="17" actId="478"/>
          <ac:spMkLst>
            <pc:docMk/>
            <pc:sldMk cId="1759709190" sldId="268"/>
            <ac:spMk id="59" creationId="{00000000-0000-0000-0000-000000000000}"/>
          </ac:spMkLst>
        </pc:spChg>
        <pc:spChg chg="del">
          <ac:chgData name="Sebastian Broers" userId="c3680e268fc62312" providerId="LiveId" clId="{6A9F4A06-4B04-4102-92D7-FE630C467DD4}" dt="2021-05-06T07:21:01.508" v="124" actId="478"/>
          <ac:spMkLst>
            <pc:docMk/>
            <pc:sldMk cId="1759709190" sldId="268"/>
            <ac:spMk id="60" creationId="{00000000-0000-0000-0000-000000000000}"/>
          </ac:spMkLst>
        </pc:spChg>
        <pc:spChg chg="del">
          <ac:chgData name="Sebastian Broers" userId="c3680e268fc62312" providerId="LiveId" clId="{6A9F4A06-4B04-4102-92D7-FE630C467DD4}" dt="2021-05-06T07:20:58.172" v="122" actId="478"/>
          <ac:spMkLst>
            <pc:docMk/>
            <pc:sldMk cId="1759709190" sldId="268"/>
            <ac:spMk id="61" creationId="{00000000-0000-0000-0000-000000000000}"/>
          </ac:spMkLst>
        </pc:spChg>
        <pc:spChg chg="del">
          <ac:chgData name="Sebastian Broers" userId="c3680e268fc62312" providerId="LiveId" clId="{6A9F4A06-4B04-4102-92D7-FE630C467DD4}" dt="2021-05-06T07:16:40.573" v="19" actId="478"/>
          <ac:spMkLst>
            <pc:docMk/>
            <pc:sldMk cId="1759709190" sldId="268"/>
            <ac:spMk id="62" creationId="{00000000-0000-0000-0000-000000000000}"/>
          </ac:spMkLst>
        </pc:spChg>
        <pc:spChg chg="del">
          <ac:chgData name="Sebastian Broers" userId="c3680e268fc62312" providerId="LiveId" clId="{6A9F4A06-4B04-4102-92D7-FE630C467DD4}" dt="2021-05-06T07:20:46.119" v="116" actId="478"/>
          <ac:spMkLst>
            <pc:docMk/>
            <pc:sldMk cId="1759709190" sldId="268"/>
            <ac:spMk id="63" creationId="{00000000-0000-0000-0000-000000000000}"/>
          </ac:spMkLst>
        </pc:spChg>
        <pc:spChg chg="add del">
          <ac:chgData name="Sebastian Broers" userId="c3680e268fc62312" providerId="LiveId" clId="{6A9F4A06-4B04-4102-92D7-FE630C467DD4}" dt="2021-05-06T07:20:50.562" v="118" actId="478"/>
          <ac:spMkLst>
            <pc:docMk/>
            <pc:sldMk cId="1759709190" sldId="268"/>
            <ac:spMk id="64" creationId="{00000000-0000-0000-0000-000000000000}"/>
          </ac:spMkLst>
        </pc:spChg>
        <pc:spChg chg="del">
          <ac:chgData name="Sebastian Broers" userId="c3680e268fc62312" providerId="LiveId" clId="{6A9F4A06-4B04-4102-92D7-FE630C467DD4}" dt="2021-05-06T07:16:44.356" v="21" actId="478"/>
          <ac:spMkLst>
            <pc:docMk/>
            <pc:sldMk cId="1759709190" sldId="268"/>
            <ac:spMk id="65" creationId="{00000000-0000-0000-0000-000000000000}"/>
          </ac:spMkLst>
        </pc:spChg>
        <pc:spChg chg="add mod">
          <ac:chgData name="Sebastian Broers" userId="c3680e268fc62312" providerId="LiveId" clId="{6A9F4A06-4B04-4102-92D7-FE630C467DD4}" dt="2021-05-06T09:48:18.153" v="1620" actId="20577"/>
          <ac:spMkLst>
            <pc:docMk/>
            <pc:sldMk cId="1759709190" sldId="268"/>
            <ac:spMk id="67" creationId="{660EF78D-FB01-4F96-AB43-715D859EF4AD}"/>
          </ac:spMkLst>
        </pc:spChg>
      </pc:sldChg>
      <pc:sldChg chg="modSp add mod ord modShow">
        <pc:chgData name="Sebastian Broers" userId="c3680e268fc62312" providerId="LiveId" clId="{6A9F4A06-4B04-4102-92D7-FE630C467DD4}" dt="2021-05-06T07:31:14.499" v="183" actId="729"/>
        <pc:sldMkLst>
          <pc:docMk/>
          <pc:sldMk cId="1139458774" sldId="269"/>
        </pc:sldMkLst>
        <pc:spChg chg="mod">
          <ac:chgData name="Sebastian Broers" userId="c3680e268fc62312" providerId="LiveId" clId="{6A9F4A06-4B04-4102-92D7-FE630C467DD4}" dt="2021-05-06T07:28:02.678" v="157" actId="20577"/>
          <ac:spMkLst>
            <pc:docMk/>
            <pc:sldMk cId="1139458774" sldId="269"/>
            <ac:spMk id="3" creationId="{00000000-0000-0000-0000-000000000000}"/>
          </ac:spMkLst>
        </pc:spChg>
      </pc:sldChg>
      <pc:sldChg chg="add mod modShow">
        <pc:chgData name="Sebastian Broers" userId="c3680e268fc62312" providerId="LiveId" clId="{6A9F4A06-4B04-4102-92D7-FE630C467DD4}" dt="2021-05-06T09:50:04.709" v="1628" actId="729"/>
        <pc:sldMkLst>
          <pc:docMk/>
          <pc:sldMk cId="3860622874" sldId="270"/>
        </pc:sldMkLst>
      </pc:sldChg>
      <pc:sldChg chg="add mod ord modShow">
        <pc:chgData name="Sebastian Broers" userId="c3680e268fc62312" providerId="LiveId" clId="{6A9F4A06-4B04-4102-92D7-FE630C467DD4}" dt="2021-05-06T09:49:59.991" v="1627" actId="729"/>
        <pc:sldMkLst>
          <pc:docMk/>
          <pc:sldMk cId="1744793073" sldId="271"/>
        </pc:sldMkLst>
      </pc:sldChg>
      <pc:sldChg chg="addSp delSp modSp add mod">
        <pc:chgData name="Sebastian Broers" userId="c3680e268fc62312" providerId="LiveId" clId="{6A9F4A06-4B04-4102-92D7-FE630C467DD4}" dt="2021-05-06T10:06:33.585" v="1935" actId="12"/>
        <pc:sldMkLst>
          <pc:docMk/>
          <pc:sldMk cId="1178947629" sldId="272"/>
        </pc:sldMkLst>
        <pc:spChg chg="add del mod">
          <ac:chgData name="Sebastian Broers" userId="c3680e268fc62312" providerId="LiveId" clId="{6A9F4A06-4B04-4102-92D7-FE630C467DD4}" dt="2021-05-06T07:33:59.806" v="196" actId="478"/>
          <ac:spMkLst>
            <pc:docMk/>
            <pc:sldMk cId="1178947629" sldId="272"/>
            <ac:spMk id="4" creationId="{BC366E60-3024-4418-999C-8D43234E2FE8}"/>
          </ac:spMkLst>
        </pc:spChg>
        <pc:spChg chg="mod">
          <ac:chgData name="Sebastian Broers" userId="c3680e268fc62312" providerId="LiveId" clId="{6A9F4A06-4B04-4102-92D7-FE630C467DD4}" dt="2021-05-06T07:33:54.310" v="194" actId="27636"/>
          <ac:spMkLst>
            <pc:docMk/>
            <pc:sldMk cId="1178947629" sldId="272"/>
            <ac:spMk id="11" creationId="{00000000-0000-0000-0000-000000000000}"/>
          </ac:spMkLst>
        </pc:spChg>
        <pc:spChg chg="del">
          <ac:chgData name="Sebastian Broers" userId="c3680e268fc62312" providerId="LiveId" clId="{6A9F4A06-4B04-4102-92D7-FE630C467DD4}" dt="2021-05-06T07:33:57.350" v="195" actId="478"/>
          <ac:spMkLst>
            <pc:docMk/>
            <pc:sldMk cId="1178947629" sldId="272"/>
            <ac:spMk id="12" creationId="{00000000-0000-0000-0000-000000000000}"/>
          </ac:spMkLst>
        </pc:spChg>
        <pc:spChg chg="mod">
          <ac:chgData name="Sebastian Broers" userId="c3680e268fc62312" providerId="LiveId" clId="{6A9F4A06-4B04-4102-92D7-FE630C467DD4}" dt="2021-05-06T10:06:33.585" v="1935" actId="12"/>
          <ac:spMkLst>
            <pc:docMk/>
            <pc:sldMk cId="1178947629" sldId="272"/>
            <ac:spMk id="13" creationId="{00000000-0000-0000-0000-000000000000}"/>
          </ac:spMkLst>
        </pc:spChg>
      </pc:sldChg>
      <pc:sldChg chg="add del">
        <pc:chgData name="Sebastian Broers" userId="c3680e268fc62312" providerId="LiveId" clId="{6A9F4A06-4B04-4102-92D7-FE630C467DD4}" dt="2021-05-06T09:50:54.784" v="1630" actId="2696"/>
        <pc:sldMkLst>
          <pc:docMk/>
          <pc:sldMk cId="1122311873" sldId="273"/>
        </pc:sldMkLst>
      </pc:sldChg>
      <pc:sldChg chg="addSp delSp modSp add mod">
        <pc:chgData name="Sebastian Broers" userId="c3680e268fc62312" providerId="LiveId" clId="{6A9F4A06-4B04-4102-92D7-FE630C467DD4}" dt="2021-05-06T09:11:31.079" v="1125" actId="339"/>
        <pc:sldMkLst>
          <pc:docMk/>
          <pc:sldMk cId="3990020287" sldId="274"/>
        </pc:sldMkLst>
        <pc:spChg chg="mod">
          <ac:chgData name="Sebastian Broers" userId="c3680e268fc62312" providerId="LiveId" clId="{6A9F4A06-4B04-4102-92D7-FE630C467DD4}" dt="2021-05-06T07:34:49.772" v="203"/>
          <ac:spMkLst>
            <pc:docMk/>
            <pc:sldMk cId="3990020287" sldId="274"/>
            <ac:spMk id="9" creationId="{A479D179-F9C3-490A-9128-57AE482A0539}"/>
          </ac:spMkLst>
        </pc:spChg>
        <pc:spChg chg="mod">
          <ac:chgData name="Sebastian Broers" userId="c3680e268fc62312" providerId="LiveId" clId="{6A9F4A06-4B04-4102-92D7-FE630C467DD4}" dt="2021-05-06T07:34:49.772" v="203"/>
          <ac:spMkLst>
            <pc:docMk/>
            <pc:sldMk cId="3990020287" sldId="274"/>
            <ac:spMk id="10" creationId="{393A53BB-EE09-48D7-BDA4-A2143133C6C4}"/>
          </ac:spMkLst>
        </pc:spChg>
        <pc:spChg chg="mod">
          <ac:chgData name="Sebastian Broers" userId="c3680e268fc62312" providerId="LiveId" clId="{6A9F4A06-4B04-4102-92D7-FE630C467DD4}" dt="2021-05-06T07:34:44.123" v="202" actId="20577"/>
          <ac:spMkLst>
            <pc:docMk/>
            <pc:sldMk cId="3990020287" sldId="274"/>
            <ac:spMk id="13" creationId="{00000000-0000-0000-0000-000000000000}"/>
          </ac:spMkLst>
        </pc:spChg>
        <pc:spChg chg="mod">
          <ac:chgData name="Sebastian Broers" userId="c3680e268fc62312" providerId="LiveId" clId="{6A9F4A06-4B04-4102-92D7-FE630C467DD4}" dt="2021-05-06T07:34:49.772" v="203"/>
          <ac:spMkLst>
            <pc:docMk/>
            <pc:sldMk cId="3990020287" sldId="274"/>
            <ac:spMk id="16" creationId="{3BF2FD2A-FE90-44F1-A301-B7A42331EC2E}"/>
          </ac:spMkLst>
        </pc:spChg>
        <pc:spChg chg="mod">
          <ac:chgData name="Sebastian Broers" userId="c3680e268fc62312" providerId="LiveId" clId="{6A9F4A06-4B04-4102-92D7-FE630C467DD4}" dt="2021-05-06T07:34:49.772" v="203"/>
          <ac:spMkLst>
            <pc:docMk/>
            <pc:sldMk cId="3990020287" sldId="274"/>
            <ac:spMk id="18" creationId="{663023FC-A38B-48C9-A06D-342F4BCBC361}"/>
          </ac:spMkLst>
        </pc:spChg>
        <pc:spChg chg="mod">
          <ac:chgData name="Sebastian Broers" userId="c3680e268fc62312" providerId="LiveId" clId="{6A9F4A06-4B04-4102-92D7-FE630C467DD4}" dt="2021-05-06T07:34:49.772" v="203"/>
          <ac:spMkLst>
            <pc:docMk/>
            <pc:sldMk cId="3990020287" sldId="274"/>
            <ac:spMk id="21" creationId="{9B03A715-ED6D-44C9-9765-56B916536C59}"/>
          </ac:spMkLst>
        </pc:spChg>
        <pc:spChg chg="mod">
          <ac:chgData name="Sebastian Broers" userId="c3680e268fc62312" providerId="LiveId" clId="{6A9F4A06-4B04-4102-92D7-FE630C467DD4}" dt="2021-05-06T07:34:49.772" v="203"/>
          <ac:spMkLst>
            <pc:docMk/>
            <pc:sldMk cId="3990020287" sldId="274"/>
            <ac:spMk id="22" creationId="{3C0639EE-DF5E-4332-8562-B9AA3697468D}"/>
          </ac:spMkLst>
        </pc:spChg>
        <pc:spChg chg="mod">
          <ac:chgData name="Sebastian Broers" userId="c3680e268fc62312" providerId="LiveId" clId="{6A9F4A06-4B04-4102-92D7-FE630C467DD4}" dt="2021-05-06T07:34:49.772" v="203"/>
          <ac:spMkLst>
            <pc:docMk/>
            <pc:sldMk cId="3990020287" sldId="274"/>
            <ac:spMk id="23" creationId="{0176584A-3799-48CE-96F3-543608DBEE99}"/>
          </ac:spMkLst>
        </pc:spChg>
        <pc:spChg chg="mod">
          <ac:chgData name="Sebastian Broers" userId="c3680e268fc62312" providerId="LiveId" clId="{6A9F4A06-4B04-4102-92D7-FE630C467DD4}" dt="2021-05-06T07:34:49.772" v="203"/>
          <ac:spMkLst>
            <pc:docMk/>
            <pc:sldMk cId="3990020287" sldId="274"/>
            <ac:spMk id="24" creationId="{02A2C810-4507-454A-AB84-0D9660DC3D65}"/>
          </ac:spMkLst>
        </pc:spChg>
        <pc:spChg chg="mod">
          <ac:chgData name="Sebastian Broers" userId="c3680e268fc62312" providerId="LiveId" clId="{6A9F4A06-4B04-4102-92D7-FE630C467DD4}" dt="2021-05-06T07:34:49.772" v="203"/>
          <ac:spMkLst>
            <pc:docMk/>
            <pc:sldMk cId="3990020287" sldId="274"/>
            <ac:spMk id="25" creationId="{A3B6138E-FD34-41E9-A903-38EC61278038}"/>
          </ac:spMkLst>
        </pc:spChg>
        <pc:spChg chg="mod">
          <ac:chgData name="Sebastian Broers" userId="c3680e268fc62312" providerId="LiveId" clId="{6A9F4A06-4B04-4102-92D7-FE630C467DD4}" dt="2021-05-06T07:34:49.772" v="203"/>
          <ac:spMkLst>
            <pc:docMk/>
            <pc:sldMk cId="3990020287" sldId="274"/>
            <ac:spMk id="26" creationId="{04363308-247F-4C04-96A1-E86F51BD1F0B}"/>
          </ac:spMkLst>
        </pc:spChg>
        <pc:spChg chg="mod">
          <ac:chgData name="Sebastian Broers" userId="c3680e268fc62312" providerId="LiveId" clId="{6A9F4A06-4B04-4102-92D7-FE630C467DD4}" dt="2021-05-06T07:34:49.772" v="203"/>
          <ac:spMkLst>
            <pc:docMk/>
            <pc:sldMk cId="3990020287" sldId="274"/>
            <ac:spMk id="27" creationId="{9D3FEEAC-23DA-4E92-8565-441CC87EC9AD}"/>
          </ac:spMkLst>
        </pc:spChg>
        <pc:spChg chg="mod">
          <ac:chgData name="Sebastian Broers" userId="c3680e268fc62312" providerId="LiveId" clId="{6A9F4A06-4B04-4102-92D7-FE630C467DD4}" dt="2021-05-06T07:34:49.772" v="203"/>
          <ac:spMkLst>
            <pc:docMk/>
            <pc:sldMk cId="3990020287" sldId="274"/>
            <ac:spMk id="28" creationId="{439955B6-A90F-440A-AD2D-5256D30AF030}"/>
          </ac:spMkLst>
        </pc:spChg>
        <pc:spChg chg="mod">
          <ac:chgData name="Sebastian Broers" userId="c3680e268fc62312" providerId="LiveId" clId="{6A9F4A06-4B04-4102-92D7-FE630C467DD4}" dt="2021-05-06T09:02:59.843" v="1023"/>
          <ac:spMkLst>
            <pc:docMk/>
            <pc:sldMk cId="3990020287" sldId="274"/>
            <ac:spMk id="31" creationId="{73C73B3F-CA5F-4C1A-AA61-7913E051B8B3}"/>
          </ac:spMkLst>
        </pc:spChg>
        <pc:spChg chg="mod">
          <ac:chgData name="Sebastian Broers" userId="c3680e268fc62312" providerId="LiveId" clId="{6A9F4A06-4B04-4102-92D7-FE630C467DD4}" dt="2021-05-06T09:02:59.843" v="1023"/>
          <ac:spMkLst>
            <pc:docMk/>
            <pc:sldMk cId="3990020287" sldId="274"/>
            <ac:spMk id="32" creationId="{C4C2DDA1-A8A9-4A3D-A0AC-28611621BDF8}"/>
          </ac:spMkLst>
        </pc:spChg>
        <pc:spChg chg="mod">
          <ac:chgData name="Sebastian Broers" userId="c3680e268fc62312" providerId="LiveId" clId="{6A9F4A06-4B04-4102-92D7-FE630C467DD4}" dt="2021-05-06T09:02:59.843" v="1023"/>
          <ac:spMkLst>
            <pc:docMk/>
            <pc:sldMk cId="3990020287" sldId="274"/>
            <ac:spMk id="36" creationId="{3F3C531F-169C-407E-AEA0-8029AA6D653B}"/>
          </ac:spMkLst>
        </pc:spChg>
        <pc:spChg chg="mod">
          <ac:chgData name="Sebastian Broers" userId="c3680e268fc62312" providerId="LiveId" clId="{6A9F4A06-4B04-4102-92D7-FE630C467DD4}" dt="2021-05-06T09:04:02.127" v="1029" actId="339"/>
          <ac:spMkLst>
            <pc:docMk/>
            <pc:sldMk cId="3990020287" sldId="274"/>
            <ac:spMk id="38" creationId="{5ECD041D-650F-4C1B-8499-96042EB93DA5}"/>
          </ac:spMkLst>
        </pc:spChg>
        <pc:spChg chg="mod">
          <ac:chgData name="Sebastian Broers" userId="c3680e268fc62312" providerId="LiveId" clId="{6A9F4A06-4B04-4102-92D7-FE630C467DD4}" dt="2021-05-06T09:02:59.843" v="1023"/>
          <ac:spMkLst>
            <pc:docMk/>
            <pc:sldMk cId="3990020287" sldId="274"/>
            <ac:spMk id="41" creationId="{A90550BE-EC96-4C5A-973E-8B4317C4B6A8}"/>
          </ac:spMkLst>
        </pc:spChg>
        <pc:spChg chg="mod">
          <ac:chgData name="Sebastian Broers" userId="c3680e268fc62312" providerId="LiveId" clId="{6A9F4A06-4B04-4102-92D7-FE630C467DD4}" dt="2021-05-06T09:02:59.843" v="1023"/>
          <ac:spMkLst>
            <pc:docMk/>
            <pc:sldMk cId="3990020287" sldId="274"/>
            <ac:spMk id="42" creationId="{C73562F8-885E-4FFC-B70D-5EA9E737A27F}"/>
          </ac:spMkLst>
        </pc:spChg>
        <pc:spChg chg="mod">
          <ac:chgData name="Sebastian Broers" userId="c3680e268fc62312" providerId="LiveId" clId="{6A9F4A06-4B04-4102-92D7-FE630C467DD4}" dt="2021-05-06T09:02:59.843" v="1023"/>
          <ac:spMkLst>
            <pc:docMk/>
            <pc:sldMk cId="3990020287" sldId="274"/>
            <ac:spMk id="43" creationId="{C7558323-0905-49E3-AFCE-120E59390A58}"/>
          </ac:spMkLst>
        </pc:spChg>
        <pc:spChg chg="mod">
          <ac:chgData name="Sebastian Broers" userId="c3680e268fc62312" providerId="LiveId" clId="{6A9F4A06-4B04-4102-92D7-FE630C467DD4}" dt="2021-05-06T09:02:59.843" v="1023"/>
          <ac:spMkLst>
            <pc:docMk/>
            <pc:sldMk cId="3990020287" sldId="274"/>
            <ac:spMk id="44" creationId="{89E3AD57-7D76-452D-B27E-9A5A69435362}"/>
          </ac:spMkLst>
        </pc:spChg>
        <pc:spChg chg="mod">
          <ac:chgData name="Sebastian Broers" userId="c3680e268fc62312" providerId="LiveId" clId="{6A9F4A06-4B04-4102-92D7-FE630C467DD4}" dt="2021-05-06T09:02:59.843" v="1023"/>
          <ac:spMkLst>
            <pc:docMk/>
            <pc:sldMk cId="3990020287" sldId="274"/>
            <ac:spMk id="45" creationId="{E6EAD946-68E4-4D44-A4C6-6C62783D92B9}"/>
          </ac:spMkLst>
        </pc:spChg>
        <pc:spChg chg="mod">
          <ac:chgData name="Sebastian Broers" userId="c3680e268fc62312" providerId="LiveId" clId="{6A9F4A06-4B04-4102-92D7-FE630C467DD4}" dt="2021-05-06T09:02:59.843" v="1023"/>
          <ac:spMkLst>
            <pc:docMk/>
            <pc:sldMk cId="3990020287" sldId="274"/>
            <ac:spMk id="46" creationId="{C41B18FB-15AF-4630-827E-68C53B6FCD3B}"/>
          </ac:spMkLst>
        </pc:spChg>
        <pc:spChg chg="mod">
          <ac:chgData name="Sebastian Broers" userId="c3680e268fc62312" providerId="LiveId" clId="{6A9F4A06-4B04-4102-92D7-FE630C467DD4}" dt="2021-05-06T09:03:33.313" v="1026" actId="339"/>
          <ac:spMkLst>
            <pc:docMk/>
            <pc:sldMk cId="3990020287" sldId="274"/>
            <ac:spMk id="47" creationId="{B14E4E55-8A75-45A8-B5B9-2091B36A3049}"/>
          </ac:spMkLst>
        </pc:spChg>
        <pc:spChg chg="mod">
          <ac:chgData name="Sebastian Broers" userId="c3680e268fc62312" providerId="LiveId" clId="{6A9F4A06-4B04-4102-92D7-FE630C467DD4}" dt="2021-05-06T09:03:28.259" v="1025" actId="339"/>
          <ac:spMkLst>
            <pc:docMk/>
            <pc:sldMk cId="3990020287" sldId="274"/>
            <ac:spMk id="48" creationId="{D11FD1EF-BC48-4D3B-8214-DDDAA380E2F9}"/>
          </ac:spMkLst>
        </pc:spChg>
        <pc:grpChg chg="add del mod">
          <ac:chgData name="Sebastian Broers" userId="c3680e268fc62312" providerId="LiveId" clId="{6A9F4A06-4B04-4102-92D7-FE630C467DD4}" dt="2021-05-06T09:02:58.275" v="1022" actId="478"/>
          <ac:grpSpMkLst>
            <pc:docMk/>
            <pc:sldMk cId="3990020287" sldId="274"/>
            <ac:grpSpMk id="7" creationId="{D485BBB4-E85F-4330-A33D-7C29956BAA15}"/>
          </ac:grpSpMkLst>
        </pc:grpChg>
        <pc:grpChg chg="mod">
          <ac:chgData name="Sebastian Broers" userId="c3680e268fc62312" providerId="LiveId" clId="{6A9F4A06-4B04-4102-92D7-FE630C467DD4}" dt="2021-05-06T07:34:49.772" v="203"/>
          <ac:grpSpMkLst>
            <pc:docMk/>
            <pc:sldMk cId="3990020287" sldId="274"/>
            <ac:grpSpMk id="12" creationId="{2C60C9C0-A616-4E8A-A96A-29B28DC32783}"/>
          </ac:grpSpMkLst>
        </pc:grpChg>
        <pc:grpChg chg="mod">
          <ac:chgData name="Sebastian Broers" userId="c3680e268fc62312" providerId="LiveId" clId="{6A9F4A06-4B04-4102-92D7-FE630C467DD4}" dt="2021-05-06T07:34:49.772" v="203"/>
          <ac:grpSpMkLst>
            <pc:docMk/>
            <pc:sldMk cId="3990020287" sldId="274"/>
            <ac:grpSpMk id="14" creationId="{4DF54E30-E266-46DE-ABFD-B0B197CF1459}"/>
          </ac:grpSpMkLst>
        </pc:grpChg>
        <pc:grpChg chg="mod">
          <ac:chgData name="Sebastian Broers" userId="c3680e268fc62312" providerId="LiveId" clId="{6A9F4A06-4B04-4102-92D7-FE630C467DD4}" dt="2021-05-06T07:34:49.772" v="203"/>
          <ac:grpSpMkLst>
            <pc:docMk/>
            <pc:sldMk cId="3990020287" sldId="274"/>
            <ac:grpSpMk id="15" creationId="{D8AB92E9-658E-46BF-8EF8-704DFD1138C7}"/>
          </ac:grpSpMkLst>
        </pc:grpChg>
        <pc:grpChg chg="mod">
          <ac:chgData name="Sebastian Broers" userId="c3680e268fc62312" providerId="LiveId" clId="{6A9F4A06-4B04-4102-92D7-FE630C467DD4}" dt="2021-05-06T07:34:49.772" v="203"/>
          <ac:grpSpMkLst>
            <pc:docMk/>
            <pc:sldMk cId="3990020287" sldId="274"/>
            <ac:grpSpMk id="17" creationId="{5FF7A226-79D1-47A9-BB1E-7D412316F31C}"/>
          </ac:grpSpMkLst>
        </pc:grpChg>
        <pc:grpChg chg="mod">
          <ac:chgData name="Sebastian Broers" userId="c3680e268fc62312" providerId="LiveId" clId="{6A9F4A06-4B04-4102-92D7-FE630C467DD4}" dt="2021-05-06T07:34:49.772" v="203"/>
          <ac:grpSpMkLst>
            <pc:docMk/>
            <pc:sldMk cId="3990020287" sldId="274"/>
            <ac:grpSpMk id="20" creationId="{D8C388EF-F9B5-4CC4-9601-A1B5AAFEA51C}"/>
          </ac:grpSpMkLst>
        </pc:grpChg>
        <pc:grpChg chg="add mod">
          <ac:chgData name="Sebastian Broers" userId="c3680e268fc62312" providerId="LiveId" clId="{6A9F4A06-4B04-4102-92D7-FE630C467DD4}" dt="2021-05-06T09:11:31.079" v="1125" actId="339"/>
          <ac:grpSpMkLst>
            <pc:docMk/>
            <pc:sldMk cId="3990020287" sldId="274"/>
            <ac:grpSpMk id="30" creationId="{660581B3-5F9F-4FF9-8B09-385A02FC97AC}"/>
          </ac:grpSpMkLst>
        </pc:grpChg>
        <pc:grpChg chg="mod">
          <ac:chgData name="Sebastian Broers" userId="c3680e268fc62312" providerId="LiveId" clId="{6A9F4A06-4B04-4102-92D7-FE630C467DD4}" dt="2021-05-06T09:02:59.843" v="1023"/>
          <ac:grpSpMkLst>
            <pc:docMk/>
            <pc:sldMk cId="3990020287" sldId="274"/>
            <ac:grpSpMk id="33" creationId="{58823955-E983-4E7C-BA10-09CE20BD9749}"/>
          </ac:grpSpMkLst>
        </pc:grpChg>
        <pc:grpChg chg="mod">
          <ac:chgData name="Sebastian Broers" userId="c3680e268fc62312" providerId="LiveId" clId="{6A9F4A06-4B04-4102-92D7-FE630C467DD4}" dt="2021-05-06T09:02:59.843" v="1023"/>
          <ac:grpSpMkLst>
            <pc:docMk/>
            <pc:sldMk cId="3990020287" sldId="274"/>
            <ac:grpSpMk id="34" creationId="{E6582D6E-19B4-4786-BB73-12AD987189AF}"/>
          </ac:grpSpMkLst>
        </pc:grpChg>
        <pc:grpChg chg="mod">
          <ac:chgData name="Sebastian Broers" userId="c3680e268fc62312" providerId="LiveId" clId="{6A9F4A06-4B04-4102-92D7-FE630C467DD4}" dt="2021-05-06T09:02:59.843" v="1023"/>
          <ac:grpSpMkLst>
            <pc:docMk/>
            <pc:sldMk cId="3990020287" sldId="274"/>
            <ac:grpSpMk id="35" creationId="{A406D356-8E07-4E77-981E-1EFE685BCCC4}"/>
          </ac:grpSpMkLst>
        </pc:grpChg>
        <pc:grpChg chg="mod">
          <ac:chgData name="Sebastian Broers" userId="c3680e268fc62312" providerId="LiveId" clId="{6A9F4A06-4B04-4102-92D7-FE630C467DD4}" dt="2021-05-06T09:02:59.843" v="1023"/>
          <ac:grpSpMkLst>
            <pc:docMk/>
            <pc:sldMk cId="3990020287" sldId="274"/>
            <ac:grpSpMk id="37" creationId="{C834CC1F-51A5-4054-A4F0-CC3014B4D93E}"/>
          </ac:grpSpMkLst>
        </pc:grpChg>
        <pc:grpChg chg="mod">
          <ac:chgData name="Sebastian Broers" userId="c3680e268fc62312" providerId="LiveId" clId="{6A9F4A06-4B04-4102-92D7-FE630C467DD4}" dt="2021-05-06T09:02:59.843" v="1023"/>
          <ac:grpSpMkLst>
            <pc:docMk/>
            <pc:sldMk cId="3990020287" sldId="274"/>
            <ac:grpSpMk id="40" creationId="{325550A6-6741-4DEE-A5DF-44F0FC96CD66}"/>
          </ac:grpSpMkLst>
        </pc:grpChg>
        <pc:picChg chg="mod">
          <ac:chgData name="Sebastian Broers" userId="c3680e268fc62312" providerId="LiveId" clId="{6A9F4A06-4B04-4102-92D7-FE630C467DD4}" dt="2021-05-06T07:34:49.772" v="203"/>
          <ac:picMkLst>
            <pc:docMk/>
            <pc:sldMk cId="3990020287" sldId="274"/>
            <ac:picMk id="19" creationId="{B54EB76D-0AEE-4506-AAE5-194CFB7168E6}"/>
          </ac:picMkLst>
        </pc:picChg>
        <pc:picChg chg="mod">
          <ac:chgData name="Sebastian Broers" userId="c3680e268fc62312" providerId="LiveId" clId="{6A9F4A06-4B04-4102-92D7-FE630C467DD4}" dt="2021-05-06T07:34:49.772" v="203"/>
          <ac:picMkLst>
            <pc:docMk/>
            <pc:sldMk cId="3990020287" sldId="274"/>
            <ac:picMk id="29" creationId="{E62889EF-A5A9-45B2-99A0-E96850729878}"/>
          </ac:picMkLst>
        </pc:picChg>
        <pc:picChg chg="mod">
          <ac:chgData name="Sebastian Broers" userId="c3680e268fc62312" providerId="LiveId" clId="{6A9F4A06-4B04-4102-92D7-FE630C467DD4}" dt="2021-05-06T09:03:44.446" v="1027" actId="339"/>
          <ac:picMkLst>
            <pc:docMk/>
            <pc:sldMk cId="3990020287" sldId="274"/>
            <ac:picMk id="39" creationId="{B82AA686-6D5A-4AC1-A6D3-6F5680CC547A}"/>
          </ac:picMkLst>
        </pc:picChg>
        <pc:picChg chg="mod">
          <ac:chgData name="Sebastian Broers" userId="c3680e268fc62312" providerId="LiveId" clId="{6A9F4A06-4B04-4102-92D7-FE630C467DD4}" dt="2021-05-06T09:03:48.294" v="1028" actId="339"/>
          <ac:picMkLst>
            <pc:docMk/>
            <pc:sldMk cId="3990020287" sldId="274"/>
            <ac:picMk id="49" creationId="{444FDABB-E254-4670-A528-D20F3BFC7790}"/>
          </ac:picMkLst>
        </pc:picChg>
      </pc:sldChg>
      <pc:sldChg chg="modSp add mod ord modNotesTx">
        <pc:chgData name="Sebastian Broers" userId="c3680e268fc62312" providerId="LiveId" clId="{6A9F4A06-4B04-4102-92D7-FE630C467DD4}" dt="2021-05-06T08:06:30.374" v="315"/>
        <pc:sldMkLst>
          <pc:docMk/>
          <pc:sldMk cId="322668013" sldId="275"/>
        </pc:sldMkLst>
        <pc:spChg chg="mod">
          <ac:chgData name="Sebastian Broers" userId="c3680e268fc62312" providerId="LiveId" clId="{6A9F4A06-4B04-4102-92D7-FE630C467DD4}" dt="2021-05-06T07:35:59.525" v="212" actId="14100"/>
          <ac:spMkLst>
            <pc:docMk/>
            <pc:sldMk cId="322668013" sldId="275"/>
            <ac:spMk id="11" creationId="{00000000-0000-0000-0000-000000000000}"/>
          </ac:spMkLst>
        </pc:spChg>
        <pc:spChg chg="mod">
          <ac:chgData name="Sebastian Broers" userId="c3680e268fc62312" providerId="LiveId" clId="{6A9F4A06-4B04-4102-92D7-FE630C467DD4}" dt="2021-05-06T08:03:33.126" v="291" actId="20577"/>
          <ac:spMkLst>
            <pc:docMk/>
            <pc:sldMk cId="322668013" sldId="275"/>
            <ac:spMk id="13" creationId="{00000000-0000-0000-0000-000000000000}"/>
          </ac:spMkLst>
        </pc:spChg>
      </pc:sldChg>
      <pc:sldChg chg="modSp add mod modNotesTx">
        <pc:chgData name="Sebastian Broers" userId="c3680e268fc62312" providerId="LiveId" clId="{6A9F4A06-4B04-4102-92D7-FE630C467DD4}" dt="2021-05-06T08:08:47.653" v="344" actId="113"/>
        <pc:sldMkLst>
          <pc:docMk/>
          <pc:sldMk cId="4161413552" sldId="276"/>
        </pc:sldMkLst>
        <pc:spChg chg="mod">
          <ac:chgData name="Sebastian Broers" userId="c3680e268fc62312" providerId="LiveId" clId="{6A9F4A06-4B04-4102-92D7-FE630C467DD4}" dt="2021-05-06T08:04:49.034" v="305" actId="20577"/>
          <ac:spMkLst>
            <pc:docMk/>
            <pc:sldMk cId="4161413552" sldId="276"/>
            <ac:spMk id="11" creationId="{00000000-0000-0000-0000-000000000000}"/>
          </ac:spMkLst>
        </pc:spChg>
        <pc:spChg chg="mod">
          <ac:chgData name="Sebastian Broers" userId="c3680e268fc62312" providerId="LiveId" clId="{6A9F4A06-4B04-4102-92D7-FE630C467DD4}" dt="2021-05-06T08:08:47.653" v="344" actId="113"/>
          <ac:spMkLst>
            <pc:docMk/>
            <pc:sldMk cId="4161413552" sldId="276"/>
            <ac:spMk id="13" creationId="{00000000-0000-0000-0000-000000000000}"/>
          </ac:spMkLst>
        </pc:spChg>
      </pc:sldChg>
      <pc:sldChg chg="modSp add mod modNotesTx">
        <pc:chgData name="Sebastian Broers" userId="c3680e268fc62312" providerId="LiveId" clId="{6A9F4A06-4B04-4102-92D7-FE630C467DD4}" dt="2021-05-06T08:47:19.724" v="706" actId="20577"/>
        <pc:sldMkLst>
          <pc:docMk/>
          <pc:sldMk cId="2405894077" sldId="277"/>
        </pc:sldMkLst>
        <pc:spChg chg="mod">
          <ac:chgData name="Sebastian Broers" userId="c3680e268fc62312" providerId="LiveId" clId="{6A9F4A06-4B04-4102-92D7-FE630C467DD4}" dt="2021-05-06T08:07:11.115" v="331" actId="20577"/>
          <ac:spMkLst>
            <pc:docMk/>
            <pc:sldMk cId="2405894077" sldId="277"/>
            <ac:spMk id="11" creationId="{00000000-0000-0000-0000-000000000000}"/>
          </ac:spMkLst>
        </pc:spChg>
        <pc:spChg chg="mod">
          <ac:chgData name="Sebastian Broers" userId="c3680e268fc62312" providerId="LiveId" clId="{6A9F4A06-4B04-4102-92D7-FE630C467DD4}" dt="2021-05-06T08:47:19.724" v="706" actId="20577"/>
          <ac:spMkLst>
            <pc:docMk/>
            <pc:sldMk cId="2405894077" sldId="277"/>
            <ac:spMk id="13" creationId="{00000000-0000-0000-0000-000000000000}"/>
          </ac:spMkLst>
        </pc:spChg>
      </pc:sldChg>
      <pc:sldChg chg="modSp add mod modNotesTx">
        <pc:chgData name="Sebastian Broers" userId="c3680e268fc62312" providerId="LiveId" clId="{6A9F4A06-4B04-4102-92D7-FE630C467DD4}" dt="2021-05-06T08:48:32.116" v="710" actId="255"/>
        <pc:sldMkLst>
          <pc:docMk/>
          <pc:sldMk cId="1493303723" sldId="278"/>
        </pc:sldMkLst>
        <pc:spChg chg="mod">
          <ac:chgData name="Sebastian Broers" userId="c3680e268fc62312" providerId="LiveId" clId="{6A9F4A06-4B04-4102-92D7-FE630C467DD4}" dt="2021-05-06T08:10:09.435" v="401" actId="6549"/>
          <ac:spMkLst>
            <pc:docMk/>
            <pc:sldMk cId="1493303723" sldId="278"/>
            <ac:spMk id="11" creationId="{00000000-0000-0000-0000-000000000000}"/>
          </ac:spMkLst>
        </pc:spChg>
        <pc:spChg chg="mod">
          <ac:chgData name="Sebastian Broers" userId="c3680e268fc62312" providerId="LiveId" clId="{6A9F4A06-4B04-4102-92D7-FE630C467DD4}" dt="2021-05-06T08:48:32.116" v="710" actId="255"/>
          <ac:spMkLst>
            <pc:docMk/>
            <pc:sldMk cId="1493303723" sldId="278"/>
            <ac:spMk id="13" creationId="{00000000-0000-0000-0000-000000000000}"/>
          </ac:spMkLst>
        </pc:spChg>
      </pc:sldChg>
      <pc:sldChg chg="modSp add mod modNotesTx">
        <pc:chgData name="Sebastian Broers" userId="c3680e268fc62312" providerId="LiveId" clId="{6A9F4A06-4B04-4102-92D7-FE630C467DD4}" dt="2021-05-06T08:47:44.597" v="708" actId="113"/>
        <pc:sldMkLst>
          <pc:docMk/>
          <pc:sldMk cId="4083180" sldId="279"/>
        </pc:sldMkLst>
        <pc:spChg chg="mod">
          <ac:chgData name="Sebastian Broers" userId="c3680e268fc62312" providerId="LiveId" clId="{6A9F4A06-4B04-4102-92D7-FE630C467DD4}" dt="2021-05-06T08:19:19.002" v="584" actId="20577"/>
          <ac:spMkLst>
            <pc:docMk/>
            <pc:sldMk cId="4083180" sldId="279"/>
            <ac:spMk id="11" creationId="{00000000-0000-0000-0000-000000000000}"/>
          </ac:spMkLst>
        </pc:spChg>
        <pc:spChg chg="mod">
          <ac:chgData name="Sebastian Broers" userId="c3680e268fc62312" providerId="LiveId" clId="{6A9F4A06-4B04-4102-92D7-FE630C467DD4}" dt="2021-05-06T08:47:44.597" v="708" actId="113"/>
          <ac:spMkLst>
            <pc:docMk/>
            <pc:sldMk cId="4083180" sldId="279"/>
            <ac:spMk id="13" creationId="{00000000-0000-0000-0000-000000000000}"/>
          </ac:spMkLst>
        </pc:spChg>
      </pc:sldChg>
      <pc:sldChg chg="modSp add mod">
        <pc:chgData name="Sebastian Broers" userId="c3680e268fc62312" providerId="LiveId" clId="{6A9F4A06-4B04-4102-92D7-FE630C467DD4}" dt="2021-05-06T08:17:46.426" v="558" actId="113"/>
        <pc:sldMkLst>
          <pc:docMk/>
          <pc:sldMk cId="3102771768" sldId="280"/>
        </pc:sldMkLst>
        <pc:spChg chg="mod">
          <ac:chgData name="Sebastian Broers" userId="c3680e268fc62312" providerId="LiveId" clId="{6A9F4A06-4B04-4102-92D7-FE630C467DD4}" dt="2021-05-06T08:17:46.426" v="558" actId="113"/>
          <ac:spMkLst>
            <pc:docMk/>
            <pc:sldMk cId="3102771768" sldId="280"/>
            <ac:spMk id="8" creationId="{00000000-0000-0000-0000-000000000000}"/>
          </ac:spMkLst>
        </pc:spChg>
        <pc:spChg chg="mod">
          <ac:chgData name="Sebastian Broers" userId="c3680e268fc62312" providerId="LiveId" clId="{6A9F4A06-4B04-4102-92D7-FE630C467DD4}" dt="2021-05-06T08:17:37.931" v="554" actId="1076"/>
          <ac:spMkLst>
            <pc:docMk/>
            <pc:sldMk cId="3102771768" sldId="280"/>
            <ac:spMk id="9" creationId="{00000000-0000-0000-0000-000000000000}"/>
          </ac:spMkLst>
        </pc:spChg>
        <pc:spChg chg="mod">
          <ac:chgData name="Sebastian Broers" userId="c3680e268fc62312" providerId="LiveId" clId="{6A9F4A06-4B04-4102-92D7-FE630C467DD4}" dt="2021-05-06T08:16:54.555" v="541" actId="20577"/>
          <ac:spMkLst>
            <pc:docMk/>
            <pc:sldMk cId="3102771768" sldId="280"/>
            <ac:spMk id="10" creationId="{00000000-0000-0000-0000-000000000000}"/>
          </ac:spMkLst>
        </pc:spChg>
      </pc:sldChg>
      <pc:sldChg chg="modSp add mod">
        <pc:chgData name="Sebastian Broers" userId="c3680e268fc62312" providerId="LiveId" clId="{6A9F4A06-4B04-4102-92D7-FE630C467DD4}" dt="2021-05-06T09:48:30.357" v="1622" actId="20577"/>
        <pc:sldMkLst>
          <pc:docMk/>
          <pc:sldMk cId="3288292413" sldId="281"/>
        </pc:sldMkLst>
        <pc:spChg chg="mod">
          <ac:chgData name="Sebastian Broers" userId="c3680e268fc62312" providerId="LiveId" clId="{6A9F4A06-4B04-4102-92D7-FE630C467DD4}" dt="2021-05-06T08:50:07.402" v="724" actId="20577"/>
          <ac:spMkLst>
            <pc:docMk/>
            <pc:sldMk cId="3288292413" sldId="281"/>
            <ac:spMk id="8" creationId="{00000000-0000-0000-0000-000000000000}"/>
          </ac:spMkLst>
        </pc:spChg>
        <pc:spChg chg="mod">
          <ac:chgData name="Sebastian Broers" userId="c3680e268fc62312" providerId="LiveId" clId="{6A9F4A06-4B04-4102-92D7-FE630C467DD4}" dt="2021-05-06T09:48:30.357" v="1622" actId="20577"/>
          <ac:spMkLst>
            <pc:docMk/>
            <pc:sldMk cId="3288292413" sldId="281"/>
            <ac:spMk id="9" creationId="{00000000-0000-0000-0000-000000000000}"/>
          </ac:spMkLst>
        </pc:spChg>
        <pc:spChg chg="mod">
          <ac:chgData name="Sebastian Broers" userId="c3680e268fc62312" providerId="LiveId" clId="{6A9F4A06-4B04-4102-92D7-FE630C467DD4}" dt="2021-05-06T09:47:35.870" v="1585" actId="20577"/>
          <ac:spMkLst>
            <pc:docMk/>
            <pc:sldMk cId="3288292413" sldId="281"/>
            <ac:spMk id="10" creationId="{00000000-0000-0000-0000-000000000000}"/>
          </ac:spMkLst>
        </pc:spChg>
      </pc:sldChg>
      <pc:sldChg chg="addSp modSp add mod ord modNotesTx">
        <pc:chgData name="Sebastian Broers" userId="c3680e268fc62312" providerId="LiveId" clId="{6A9F4A06-4B04-4102-92D7-FE630C467DD4}" dt="2021-05-06T09:49:06.725" v="1624" actId="113"/>
        <pc:sldMkLst>
          <pc:docMk/>
          <pc:sldMk cId="2198926184" sldId="282"/>
        </pc:sldMkLst>
        <pc:spChg chg="add mod">
          <ac:chgData name="Sebastian Broers" userId="c3680e268fc62312" providerId="LiveId" clId="{6A9F4A06-4B04-4102-92D7-FE630C467DD4}" dt="2021-05-06T08:53:34.531" v="801" actId="113"/>
          <ac:spMkLst>
            <pc:docMk/>
            <pc:sldMk cId="2198926184" sldId="282"/>
            <ac:spMk id="7" creationId="{EB6A9863-A1CD-447C-B1DA-1617A99AC1AD}"/>
          </ac:spMkLst>
        </pc:spChg>
        <pc:spChg chg="mod">
          <ac:chgData name="Sebastian Broers" userId="c3680e268fc62312" providerId="LiveId" clId="{6A9F4A06-4B04-4102-92D7-FE630C467DD4}" dt="2021-05-06T08:52:52.253" v="796"/>
          <ac:spMkLst>
            <pc:docMk/>
            <pc:sldMk cId="2198926184" sldId="282"/>
            <ac:spMk id="11" creationId="{00000000-0000-0000-0000-000000000000}"/>
          </ac:spMkLst>
        </pc:spChg>
        <pc:spChg chg="mod">
          <ac:chgData name="Sebastian Broers" userId="c3680e268fc62312" providerId="LiveId" clId="{6A9F4A06-4B04-4102-92D7-FE630C467DD4}" dt="2021-05-06T09:49:06.725" v="1624" actId="113"/>
          <ac:spMkLst>
            <pc:docMk/>
            <pc:sldMk cId="2198926184" sldId="282"/>
            <ac:spMk id="13" creationId="{00000000-0000-0000-0000-000000000000}"/>
          </ac:spMkLst>
        </pc:spChg>
      </pc:sldChg>
      <pc:sldChg chg="addSp delSp modSp add mod modNotesTx">
        <pc:chgData name="Sebastian Broers" userId="c3680e268fc62312" providerId="LiveId" clId="{6A9F4A06-4B04-4102-92D7-FE630C467DD4}" dt="2021-05-06T09:08:29.403" v="1107" actId="6549"/>
        <pc:sldMkLst>
          <pc:docMk/>
          <pc:sldMk cId="2801610316" sldId="283"/>
        </pc:sldMkLst>
        <pc:spChg chg="add del mod">
          <ac:chgData name="Sebastian Broers" userId="c3680e268fc62312" providerId="LiveId" clId="{6A9F4A06-4B04-4102-92D7-FE630C467DD4}" dt="2021-05-06T08:58:53.103" v="996" actId="478"/>
          <ac:spMkLst>
            <pc:docMk/>
            <pc:sldMk cId="2801610316" sldId="283"/>
            <ac:spMk id="4" creationId="{608DD7E4-DC7B-4AE0-A62E-5CF2FCF36E79}"/>
          </ac:spMkLst>
        </pc:spChg>
        <pc:spChg chg="del mod">
          <ac:chgData name="Sebastian Broers" userId="c3680e268fc62312" providerId="LiveId" clId="{6A9F4A06-4B04-4102-92D7-FE630C467DD4}" dt="2021-05-06T08:58:50.558" v="995" actId="478"/>
          <ac:spMkLst>
            <pc:docMk/>
            <pc:sldMk cId="2801610316" sldId="283"/>
            <ac:spMk id="7" creationId="{EB6A9863-A1CD-447C-B1DA-1617A99AC1AD}"/>
          </ac:spMkLst>
        </pc:spChg>
        <pc:spChg chg="mod">
          <ac:chgData name="Sebastian Broers" userId="c3680e268fc62312" providerId="LiveId" clId="{6A9F4A06-4B04-4102-92D7-FE630C467DD4}" dt="2021-05-06T09:08:29.403" v="1107" actId="6549"/>
          <ac:spMkLst>
            <pc:docMk/>
            <pc:sldMk cId="2801610316" sldId="283"/>
            <ac:spMk id="13" creationId="{00000000-0000-0000-0000-000000000000}"/>
          </ac:spMkLst>
        </pc:spChg>
      </pc:sldChg>
      <pc:sldChg chg="addSp modSp add del mod">
        <pc:chgData name="Sebastian Broers" userId="c3680e268fc62312" providerId="LiveId" clId="{6A9F4A06-4B04-4102-92D7-FE630C467DD4}" dt="2021-05-06T09:05:42.221" v="1035" actId="47"/>
        <pc:sldMkLst>
          <pc:docMk/>
          <pc:sldMk cId="2571158887" sldId="284"/>
        </pc:sldMkLst>
        <pc:spChg chg="add mod">
          <ac:chgData name="Sebastian Broers" userId="c3680e268fc62312" providerId="LiveId" clId="{6A9F4A06-4B04-4102-92D7-FE630C467DD4}" dt="2021-05-06T08:59:41.024" v="1014" actId="20577"/>
          <ac:spMkLst>
            <pc:docMk/>
            <pc:sldMk cId="2571158887" sldId="284"/>
            <ac:spMk id="7" creationId="{A4F552DD-D1EC-4F2F-B7D4-6B1079E6A110}"/>
          </ac:spMkLst>
        </pc:spChg>
      </pc:sldChg>
      <pc:sldChg chg="addSp delSp modSp add del mod modNotesTx">
        <pc:chgData name="Sebastian Broers" userId="c3680e268fc62312" providerId="LiveId" clId="{6A9F4A06-4B04-4102-92D7-FE630C467DD4}" dt="2021-05-06T09:22:38.194" v="1150" actId="47"/>
        <pc:sldMkLst>
          <pc:docMk/>
          <pc:sldMk cId="3348178208" sldId="285"/>
        </pc:sldMkLst>
        <pc:spChg chg="mod">
          <ac:chgData name="Sebastian Broers" userId="c3680e268fc62312" providerId="LiveId" clId="{6A9F4A06-4B04-4102-92D7-FE630C467DD4}" dt="2021-05-06T09:01:59.108" v="1016" actId="20577"/>
          <ac:spMkLst>
            <pc:docMk/>
            <pc:sldMk cId="3348178208" sldId="285"/>
            <ac:spMk id="3" creationId="{00000000-0000-0000-0000-000000000000}"/>
          </ac:spMkLst>
        </pc:spChg>
        <pc:spChg chg="del">
          <ac:chgData name="Sebastian Broers" userId="c3680e268fc62312" providerId="LiveId" clId="{6A9F4A06-4B04-4102-92D7-FE630C467DD4}" dt="2021-05-06T09:02:18.675" v="1018" actId="478"/>
          <ac:spMkLst>
            <pc:docMk/>
            <pc:sldMk cId="3348178208" sldId="285"/>
            <ac:spMk id="6" creationId="{00000000-0000-0000-0000-000000000000}"/>
          </ac:spMkLst>
        </pc:spChg>
        <pc:spChg chg="mod">
          <ac:chgData name="Sebastian Broers" userId="c3680e268fc62312" providerId="LiveId" clId="{6A9F4A06-4B04-4102-92D7-FE630C467DD4}" dt="2021-05-06T09:07:38.066" v="1079" actId="122"/>
          <ac:spMkLst>
            <pc:docMk/>
            <pc:sldMk cId="3348178208" sldId="285"/>
            <ac:spMk id="7" creationId="{00000000-0000-0000-0000-000000000000}"/>
          </ac:spMkLst>
        </pc:spChg>
        <pc:spChg chg="add mod">
          <ac:chgData name="Sebastian Broers" userId="c3680e268fc62312" providerId="LiveId" clId="{6A9F4A06-4B04-4102-92D7-FE630C467DD4}" dt="2021-05-06T09:02:05.608" v="1017"/>
          <ac:spMkLst>
            <pc:docMk/>
            <pc:sldMk cId="3348178208" sldId="285"/>
            <ac:spMk id="8" creationId="{DBEEB356-CDA3-41C7-83E1-437EA6C6EA76}"/>
          </ac:spMkLst>
        </pc:spChg>
        <pc:spChg chg="mod">
          <ac:chgData name="Sebastian Broers" userId="c3680e268fc62312" providerId="LiveId" clId="{6A9F4A06-4B04-4102-92D7-FE630C467DD4}" dt="2021-05-06T09:02:22.770" v="1019"/>
          <ac:spMkLst>
            <pc:docMk/>
            <pc:sldMk cId="3348178208" sldId="285"/>
            <ac:spMk id="11" creationId="{04766CAF-C9A1-4FF0-83E6-46C0D7BF8CFB}"/>
          </ac:spMkLst>
        </pc:spChg>
        <pc:spChg chg="mod">
          <ac:chgData name="Sebastian Broers" userId="c3680e268fc62312" providerId="LiveId" clId="{6A9F4A06-4B04-4102-92D7-FE630C467DD4}" dt="2021-05-06T09:02:22.770" v="1019"/>
          <ac:spMkLst>
            <pc:docMk/>
            <pc:sldMk cId="3348178208" sldId="285"/>
            <ac:spMk id="12" creationId="{49F6CFA2-F297-40DC-A04B-9AEB5BF75D00}"/>
          </ac:spMkLst>
        </pc:spChg>
        <pc:spChg chg="mod">
          <ac:chgData name="Sebastian Broers" userId="c3680e268fc62312" providerId="LiveId" clId="{6A9F4A06-4B04-4102-92D7-FE630C467DD4}" dt="2021-05-06T09:02:22.770" v="1019"/>
          <ac:spMkLst>
            <pc:docMk/>
            <pc:sldMk cId="3348178208" sldId="285"/>
            <ac:spMk id="13" creationId="{E8AD91D8-3F6C-40DD-927D-54DCFF634A8D}"/>
          </ac:spMkLst>
        </pc:spChg>
        <pc:spChg chg="mod">
          <ac:chgData name="Sebastian Broers" userId="c3680e268fc62312" providerId="LiveId" clId="{6A9F4A06-4B04-4102-92D7-FE630C467DD4}" dt="2021-05-06T09:02:22.770" v="1019"/>
          <ac:spMkLst>
            <pc:docMk/>
            <pc:sldMk cId="3348178208" sldId="285"/>
            <ac:spMk id="14" creationId="{20B6E019-8F12-49CE-BBB9-2D474ACB7BDA}"/>
          </ac:spMkLst>
        </pc:spChg>
        <pc:spChg chg="mod">
          <ac:chgData name="Sebastian Broers" userId="c3680e268fc62312" providerId="LiveId" clId="{6A9F4A06-4B04-4102-92D7-FE630C467DD4}" dt="2021-05-06T09:02:22.770" v="1019"/>
          <ac:spMkLst>
            <pc:docMk/>
            <pc:sldMk cId="3348178208" sldId="285"/>
            <ac:spMk id="15" creationId="{3152BAE7-F72B-418A-B6D9-BCCDA105E6E0}"/>
          </ac:spMkLst>
        </pc:spChg>
        <pc:spChg chg="mod">
          <ac:chgData name="Sebastian Broers" userId="c3680e268fc62312" providerId="LiveId" clId="{6A9F4A06-4B04-4102-92D7-FE630C467DD4}" dt="2021-05-06T09:02:22.770" v="1019"/>
          <ac:spMkLst>
            <pc:docMk/>
            <pc:sldMk cId="3348178208" sldId="285"/>
            <ac:spMk id="16" creationId="{C9412AF0-F4A4-4B50-B927-954D7F020302}"/>
          </ac:spMkLst>
        </pc:spChg>
        <pc:spChg chg="mod">
          <ac:chgData name="Sebastian Broers" userId="c3680e268fc62312" providerId="LiveId" clId="{6A9F4A06-4B04-4102-92D7-FE630C467DD4}" dt="2021-05-06T09:02:22.770" v="1019"/>
          <ac:spMkLst>
            <pc:docMk/>
            <pc:sldMk cId="3348178208" sldId="285"/>
            <ac:spMk id="18" creationId="{66F527C9-3EC4-47E2-A138-3DC4E4121B66}"/>
          </ac:spMkLst>
        </pc:spChg>
        <pc:spChg chg="mod">
          <ac:chgData name="Sebastian Broers" userId="c3680e268fc62312" providerId="LiveId" clId="{6A9F4A06-4B04-4102-92D7-FE630C467DD4}" dt="2021-05-06T09:02:22.770" v="1019"/>
          <ac:spMkLst>
            <pc:docMk/>
            <pc:sldMk cId="3348178208" sldId="285"/>
            <ac:spMk id="19" creationId="{5E2ABEF6-F7CF-405A-BE16-5F933155090D}"/>
          </ac:spMkLst>
        </pc:spChg>
        <pc:spChg chg="mod">
          <ac:chgData name="Sebastian Broers" userId="c3680e268fc62312" providerId="LiveId" clId="{6A9F4A06-4B04-4102-92D7-FE630C467DD4}" dt="2021-05-06T09:02:22.770" v="1019"/>
          <ac:spMkLst>
            <pc:docMk/>
            <pc:sldMk cId="3348178208" sldId="285"/>
            <ac:spMk id="20" creationId="{44B75E7A-5367-4FE9-BD27-9420EEAD8E8D}"/>
          </ac:spMkLst>
        </pc:spChg>
        <pc:spChg chg="mod">
          <ac:chgData name="Sebastian Broers" userId="c3680e268fc62312" providerId="LiveId" clId="{6A9F4A06-4B04-4102-92D7-FE630C467DD4}" dt="2021-05-06T09:02:22.770" v="1019"/>
          <ac:spMkLst>
            <pc:docMk/>
            <pc:sldMk cId="3348178208" sldId="285"/>
            <ac:spMk id="21" creationId="{9E0DA3B6-E089-4A60-84A1-1E234B2AFDFF}"/>
          </ac:spMkLst>
        </pc:spChg>
        <pc:grpChg chg="add mod">
          <ac:chgData name="Sebastian Broers" userId="c3680e268fc62312" providerId="LiveId" clId="{6A9F4A06-4B04-4102-92D7-FE630C467DD4}" dt="2021-05-06T09:04:21.802" v="1031" actId="339"/>
          <ac:grpSpMkLst>
            <pc:docMk/>
            <pc:sldMk cId="3348178208" sldId="285"/>
            <ac:grpSpMk id="9" creationId="{65E5CF14-1497-4840-ACFB-703C2607D8A5}"/>
          </ac:grpSpMkLst>
        </pc:grpChg>
        <pc:grpChg chg="mod">
          <ac:chgData name="Sebastian Broers" userId="c3680e268fc62312" providerId="LiveId" clId="{6A9F4A06-4B04-4102-92D7-FE630C467DD4}" dt="2021-05-06T09:02:22.770" v="1019"/>
          <ac:grpSpMkLst>
            <pc:docMk/>
            <pc:sldMk cId="3348178208" sldId="285"/>
            <ac:grpSpMk id="10" creationId="{A0E5552C-9CC4-46C8-AC11-17496E74CD83}"/>
          </ac:grpSpMkLst>
        </pc:grpChg>
        <pc:grpChg chg="mod">
          <ac:chgData name="Sebastian Broers" userId="c3680e268fc62312" providerId="LiveId" clId="{6A9F4A06-4B04-4102-92D7-FE630C467DD4}" dt="2021-05-06T09:02:22.770" v="1019"/>
          <ac:grpSpMkLst>
            <pc:docMk/>
            <pc:sldMk cId="3348178208" sldId="285"/>
            <ac:grpSpMk id="17" creationId="{65225E71-15CF-4723-96DE-A01F34C078B4}"/>
          </ac:grpSpMkLst>
        </pc:grpChg>
      </pc:sldChg>
      <pc:sldChg chg="addSp delSp modSp add del mod modNotesTx">
        <pc:chgData name="Sebastian Broers" userId="c3680e268fc62312" providerId="LiveId" clId="{6A9F4A06-4B04-4102-92D7-FE630C467DD4}" dt="2021-05-06T09:24:03.953" v="1167" actId="47"/>
        <pc:sldMkLst>
          <pc:docMk/>
          <pc:sldMk cId="776328315" sldId="286"/>
        </pc:sldMkLst>
        <pc:spChg chg="mod">
          <ac:chgData name="Sebastian Broers" userId="c3680e268fc62312" providerId="LiveId" clId="{6A9F4A06-4B04-4102-92D7-FE630C467DD4}" dt="2021-05-06T09:07:40.652" v="1080" actId="122"/>
          <ac:spMkLst>
            <pc:docMk/>
            <pc:sldMk cId="776328315" sldId="286"/>
            <ac:spMk id="7" creationId="{00000000-0000-0000-0000-000000000000}"/>
          </ac:spMkLst>
        </pc:spChg>
        <pc:spChg chg="mod">
          <ac:chgData name="Sebastian Broers" userId="c3680e268fc62312" providerId="LiveId" clId="{6A9F4A06-4B04-4102-92D7-FE630C467DD4}" dt="2021-05-06T09:10:05.034" v="1116"/>
          <ac:spMkLst>
            <pc:docMk/>
            <pc:sldMk cId="776328315" sldId="286"/>
            <ac:spMk id="24" creationId="{0365D7F3-EDCA-495E-A02B-1CAB1BB109D2}"/>
          </ac:spMkLst>
        </pc:spChg>
        <pc:spChg chg="mod">
          <ac:chgData name="Sebastian Broers" userId="c3680e268fc62312" providerId="LiveId" clId="{6A9F4A06-4B04-4102-92D7-FE630C467DD4}" dt="2021-05-06T09:10:05.034" v="1116"/>
          <ac:spMkLst>
            <pc:docMk/>
            <pc:sldMk cId="776328315" sldId="286"/>
            <ac:spMk id="25" creationId="{73BA7ECA-90D3-49A8-970D-AEEF220D60B8}"/>
          </ac:spMkLst>
        </pc:spChg>
        <pc:spChg chg="mod">
          <ac:chgData name="Sebastian Broers" userId="c3680e268fc62312" providerId="LiveId" clId="{6A9F4A06-4B04-4102-92D7-FE630C467DD4}" dt="2021-05-06T09:10:05.034" v="1116"/>
          <ac:spMkLst>
            <pc:docMk/>
            <pc:sldMk cId="776328315" sldId="286"/>
            <ac:spMk id="26" creationId="{A1F5183B-A03B-49CD-9049-0AD1E594156C}"/>
          </ac:spMkLst>
        </pc:spChg>
        <pc:spChg chg="mod">
          <ac:chgData name="Sebastian Broers" userId="c3680e268fc62312" providerId="LiveId" clId="{6A9F4A06-4B04-4102-92D7-FE630C467DD4}" dt="2021-05-06T09:10:05.034" v="1116"/>
          <ac:spMkLst>
            <pc:docMk/>
            <pc:sldMk cId="776328315" sldId="286"/>
            <ac:spMk id="28" creationId="{730C92E4-7A01-425C-B354-E392C344451E}"/>
          </ac:spMkLst>
        </pc:spChg>
        <pc:spChg chg="mod">
          <ac:chgData name="Sebastian Broers" userId="c3680e268fc62312" providerId="LiveId" clId="{6A9F4A06-4B04-4102-92D7-FE630C467DD4}" dt="2021-05-06T09:10:05.034" v="1116"/>
          <ac:spMkLst>
            <pc:docMk/>
            <pc:sldMk cId="776328315" sldId="286"/>
            <ac:spMk id="29" creationId="{9A62C962-AEA5-431C-A242-528EF76C2C81}"/>
          </ac:spMkLst>
        </pc:spChg>
        <pc:spChg chg="mod">
          <ac:chgData name="Sebastian Broers" userId="c3680e268fc62312" providerId="LiveId" clId="{6A9F4A06-4B04-4102-92D7-FE630C467DD4}" dt="2021-05-06T09:10:05.034" v="1116"/>
          <ac:spMkLst>
            <pc:docMk/>
            <pc:sldMk cId="776328315" sldId="286"/>
            <ac:spMk id="30" creationId="{2941F79A-AD0C-4767-B215-72744E50C56F}"/>
          </ac:spMkLst>
        </pc:spChg>
        <pc:spChg chg="mod">
          <ac:chgData name="Sebastian Broers" userId="c3680e268fc62312" providerId="LiveId" clId="{6A9F4A06-4B04-4102-92D7-FE630C467DD4}" dt="2021-05-06T09:10:05.034" v="1116"/>
          <ac:spMkLst>
            <pc:docMk/>
            <pc:sldMk cId="776328315" sldId="286"/>
            <ac:spMk id="31" creationId="{3236E9E1-9085-4932-A104-F7BA05508FCE}"/>
          </ac:spMkLst>
        </pc:spChg>
        <pc:spChg chg="mod">
          <ac:chgData name="Sebastian Broers" userId="c3680e268fc62312" providerId="LiveId" clId="{6A9F4A06-4B04-4102-92D7-FE630C467DD4}" dt="2021-05-06T09:10:05.034" v="1116"/>
          <ac:spMkLst>
            <pc:docMk/>
            <pc:sldMk cId="776328315" sldId="286"/>
            <ac:spMk id="32" creationId="{45A2F56F-670F-4346-8F5C-726D21023F7E}"/>
          </ac:spMkLst>
        </pc:spChg>
        <pc:spChg chg="mod">
          <ac:chgData name="Sebastian Broers" userId="c3680e268fc62312" providerId="LiveId" clId="{6A9F4A06-4B04-4102-92D7-FE630C467DD4}" dt="2021-05-06T09:20:48.677" v="1131" actId="1076"/>
          <ac:spMkLst>
            <pc:docMk/>
            <pc:sldMk cId="776328315" sldId="286"/>
            <ac:spMk id="35" creationId="{B78492D8-304B-4111-BB37-6D5FD9A069A2}"/>
          </ac:spMkLst>
        </pc:spChg>
        <pc:spChg chg="mod">
          <ac:chgData name="Sebastian Broers" userId="c3680e268fc62312" providerId="LiveId" clId="{6A9F4A06-4B04-4102-92D7-FE630C467DD4}" dt="2021-05-06T09:20:51.676" v="1132" actId="1076"/>
          <ac:spMkLst>
            <pc:docMk/>
            <pc:sldMk cId="776328315" sldId="286"/>
            <ac:spMk id="36" creationId="{87DB7522-3442-48EE-87AF-9B9C6527C7ED}"/>
          </ac:spMkLst>
        </pc:spChg>
        <pc:spChg chg="mod">
          <ac:chgData name="Sebastian Broers" userId="c3680e268fc62312" providerId="LiveId" clId="{6A9F4A06-4B04-4102-92D7-FE630C467DD4}" dt="2021-05-06T09:10:19.055" v="1121"/>
          <ac:spMkLst>
            <pc:docMk/>
            <pc:sldMk cId="776328315" sldId="286"/>
            <ac:spMk id="37" creationId="{B41302A8-9AF4-4B6E-835D-B04656367D50}"/>
          </ac:spMkLst>
        </pc:spChg>
        <pc:spChg chg="mod">
          <ac:chgData name="Sebastian Broers" userId="c3680e268fc62312" providerId="LiveId" clId="{6A9F4A06-4B04-4102-92D7-FE630C467DD4}" dt="2021-05-06T09:20:44.518" v="1130" actId="1076"/>
          <ac:spMkLst>
            <pc:docMk/>
            <pc:sldMk cId="776328315" sldId="286"/>
            <ac:spMk id="39" creationId="{70EB4767-B913-4245-8990-BA41083FAC2E}"/>
          </ac:spMkLst>
        </pc:spChg>
        <pc:spChg chg="mod">
          <ac:chgData name="Sebastian Broers" userId="c3680e268fc62312" providerId="LiveId" clId="{6A9F4A06-4B04-4102-92D7-FE630C467DD4}" dt="2021-05-06T09:21:17.757" v="1138" actId="1076"/>
          <ac:spMkLst>
            <pc:docMk/>
            <pc:sldMk cId="776328315" sldId="286"/>
            <ac:spMk id="40" creationId="{F739B902-377B-48FD-A44A-8E55F78CB564}"/>
          </ac:spMkLst>
        </pc:spChg>
        <pc:spChg chg="mod">
          <ac:chgData name="Sebastian Broers" userId="c3680e268fc62312" providerId="LiveId" clId="{6A9F4A06-4B04-4102-92D7-FE630C467DD4}" dt="2021-05-06T09:21:14.214" v="1137" actId="1076"/>
          <ac:spMkLst>
            <pc:docMk/>
            <pc:sldMk cId="776328315" sldId="286"/>
            <ac:spMk id="41" creationId="{5D3CB0C4-D121-48E7-9D4E-8C0637153583}"/>
          </ac:spMkLst>
        </pc:spChg>
        <pc:spChg chg="mod">
          <ac:chgData name="Sebastian Broers" userId="c3680e268fc62312" providerId="LiveId" clId="{6A9F4A06-4B04-4102-92D7-FE630C467DD4}" dt="2021-05-06T09:21:00.458" v="1133" actId="14100"/>
          <ac:spMkLst>
            <pc:docMk/>
            <pc:sldMk cId="776328315" sldId="286"/>
            <ac:spMk id="42" creationId="{C48135F9-2B0E-46AE-BB0A-6F751F8DA7C3}"/>
          </ac:spMkLst>
        </pc:spChg>
        <pc:spChg chg="mod">
          <ac:chgData name="Sebastian Broers" userId="c3680e268fc62312" providerId="LiveId" clId="{6A9F4A06-4B04-4102-92D7-FE630C467DD4}" dt="2021-05-06T09:21:03.924" v="1134" actId="14100"/>
          <ac:spMkLst>
            <pc:docMk/>
            <pc:sldMk cId="776328315" sldId="286"/>
            <ac:spMk id="43" creationId="{842E8C4E-5497-4AA7-9B71-F54511365F1F}"/>
          </ac:spMkLst>
        </pc:spChg>
        <pc:grpChg chg="del">
          <ac:chgData name="Sebastian Broers" userId="c3680e268fc62312" providerId="LiveId" clId="{6A9F4A06-4B04-4102-92D7-FE630C467DD4}" dt="2021-05-06T09:10:15.269" v="1118" actId="478"/>
          <ac:grpSpMkLst>
            <pc:docMk/>
            <pc:sldMk cId="776328315" sldId="286"/>
            <ac:grpSpMk id="9" creationId="{65E5CF14-1497-4840-ACFB-703C2607D8A5}"/>
          </ac:grpSpMkLst>
        </pc:grpChg>
        <pc:grpChg chg="add del mod">
          <ac:chgData name="Sebastian Broers" userId="c3680e268fc62312" providerId="LiveId" clId="{6A9F4A06-4B04-4102-92D7-FE630C467DD4}" dt="2021-05-06T09:10:17.156" v="1120" actId="478"/>
          <ac:grpSpMkLst>
            <pc:docMk/>
            <pc:sldMk cId="776328315" sldId="286"/>
            <ac:grpSpMk id="22" creationId="{EE4EBDC8-3316-420E-ADC3-A07FEE9B3AE5}"/>
          </ac:grpSpMkLst>
        </pc:grpChg>
        <pc:grpChg chg="mod">
          <ac:chgData name="Sebastian Broers" userId="c3680e268fc62312" providerId="LiveId" clId="{6A9F4A06-4B04-4102-92D7-FE630C467DD4}" dt="2021-05-06T09:10:05.034" v="1116"/>
          <ac:grpSpMkLst>
            <pc:docMk/>
            <pc:sldMk cId="776328315" sldId="286"/>
            <ac:grpSpMk id="23" creationId="{F1B7155A-01E9-4CC4-B8CD-5EEDB7C8BE56}"/>
          </ac:grpSpMkLst>
        </pc:grpChg>
        <pc:grpChg chg="mod">
          <ac:chgData name="Sebastian Broers" userId="c3680e268fc62312" providerId="LiveId" clId="{6A9F4A06-4B04-4102-92D7-FE630C467DD4}" dt="2021-05-06T09:10:05.034" v="1116"/>
          <ac:grpSpMkLst>
            <pc:docMk/>
            <pc:sldMk cId="776328315" sldId="286"/>
            <ac:grpSpMk id="27" creationId="{F181D762-7455-4661-804F-0D2B56E507AF}"/>
          </ac:grpSpMkLst>
        </pc:grpChg>
        <pc:grpChg chg="add mod">
          <ac:chgData name="Sebastian Broers" userId="c3680e268fc62312" providerId="LiveId" clId="{6A9F4A06-4B04-4102-92D7-FE630C467DD4}" dt="2021-05-06T09:21:21.724" v="1139" actId="1076"/>
          <ac:grpSpMkLst>
            <pc:docMk/>
            <pc:sldMk cId="776328315" sldId="286"/>
            <ac:grpSpMk id="33" creationId="{3FB0CEFE-E771-4946-8767-D0A170C61259}"/>
          </ac:grpSpMkLst>
        </pc:grpChg>
        <pc:grpChg chg="mod">
          <ac:chgData name="Sebastian Broers" userId="c3680e268fc62312" providerId="LiveId" clId="{6A9F4A06-4B04-4102-92D7-FE630C467DD4}" dt="2021-05-06T09:10:19.055" v="1121"/>
          <ac:grpSpMkLst>
            <pc:docMk/>
            <pc:sldMk cId="776328315" sldId="286"/>
            <ac:grpSpMk id="34" creationId="{4DC17E16-9A6C-4E9E-8EF9-C1883C316DDB}"/>
          </ac:grpSpMkLst>
        </pc:grpChg>
        <pc:grpChg chg="mod">
          <ac:chgData name="Sebastian Broers" userId="c3680e268fc62312" providerId="LiveId" clId="{6A9F4A06-4B04-4102-92D7-FE630C467DD4}" dt="2021-05-06T09:10:19.055" v="1121"/>
          <ac:grpSpMkLst>
            <pc:docMk/>
            <pc:sldMk cId="776328315" sldId="286"/>
            <ac:grpSpMk id="38" creationId="{232F8435-D125-49A7-A701-E1424573D5D1}"/>
          </ac:grpSpMkLst>
        </pc:grpChg>
      </pc:sldChg>
      <pc:sldChg chg="addSp delSp modSp add mod ord modNotesTx">
        <pc:chgData name="Sebastian Broers" userId="c3680e268fc62312" providerId="LiveId" clId="{6A9F4A06-4B04-4102-92D7-FE630C467DD4}" dt="2021-05-06T11:26:46.197" v="2048" actId="20577"/>
        <pc:sldMkLst>
          <pc:docMk/>
          <pc:sldMk cId="2110134463" sldId="287"/>
        </pc:sldMkLst>
        <pc:spChg chg="add del mod">
          <ac:chgData name="Sebastian Broers" userId="c3680e268fc62312" providerId="LiveId" clId="{6A9F4A06-4B04-4102-92D7-FE630C467DD4}" dt="2021-05-06T09:24:45.987" v="1173" actId="478"/>
          <ac:spMkLst>
            <pc:docMk/>
            <pc:sldMk cId="2110134463" sldId="287"/>
            <ac:spMk id="4" creationId="{B817E0EF-D8CD-4CAA-87F9-DD9CB1873508}"/>
          </ac:spMkLst>
        </pc:spChg>
        <pc:spChg chg="mod">
          <ac:chgData name="Sebastian Broers" userId="c3680e268fc62312" providerId="LiveId" clId="{6A9F4A06-4B04-4102-92D7-FE630C467DD4}" dt="2021-05-06T09:19:45.673" v="1129"/>
          <ac:spMkLst>
            <pc:docMk/>
            <pc:sldMk cId="2110134463" sldId="287"/>
            <ac:spMk id="7" creationId="{EB6A9863-A1CD-447C-B1DA-1617A99AC1AD}"/>
          </ac:spMkLst>
        </pc:spChg>
        <pc:spChg chg="mod">
          <ac:chgData name="Sebastian Broers" userId="c3680e268fc62312" providerId="LiveId" clId="{6A9F4A06-4B04-4102-92D7-FE630C467DD4}" dt="2021-05-06T11:26:46.197" v="2048" actId="20577"/>
          <ac:spMkLst>
            <pc:docMk/>
            <pc:sldMk cId="2110134463" sldId="287"/>
            <ac:spMk id="11" creationId="{00000000-0000-0000-0000-000000000000}"/>
          </ac:spMkLst>
        </pc:spChg>
        <pc:spChg chg="add del mod">
          <ac:chgData name="Sebastian Broers" userId="c3680e268fc62312" providerId="LiveId" clId="{6A9F4A06-4B04-4102-92D7-FE630C467DD4}" dt="2021-05-06T09:26:39.714" v="1186" actId="478"/>
          <ac:spMkLst>
            <pc:docMk/>
            <pc:sldMk cId="2110134463" sldId="287"/>
            <ac:spMk id="13" creationId="{00000000-0000-0000-0000-000000000000}"/>
          </ac:spMkLst>
        </pc:spChg>
        <pc:spChg chg="mod">
          <ac:chgData name="Sebastian Broers" userId="c3680e268fc62312" providerId="LiveId" clId="{6A9F4A06-4B04-4102-92D7-FE630C467DD4}" dt="2021-05-06T09:24:33.570" v="1170"/>
          <ac:spMkLst>
            <pc:docMk/>
            <pc:sldMk cId="2110134463" sldId="287"/>
            <ac:spMk id="14" creationId="{DBE0B2DA-471E-4154-BEEE-E1A3ED6C569D}"/>
          </ac:spMkLst>
        </pc:spChg>
        <pc:spChg chg="mod">
          <ac:chgData name="Sebastian Broers" userId="c3680e268fc62312" providerId="LiveId" clId="{6A9F4A06-4B04-4102-92D7-FE630C467DD4}" dt="2021-05-06T09:24:33.570" v="1170"/>
          <ac:spMkLst>
            <pc:docMk/>
            <pc:sldMk cId="2110134463" sldId="287"/>
            <ac:spMk id="15" creationId="{2A3D5F2E-FE30-4E69-BD4C-B4548E4D7708}"/>
          </ac:spMkLst>
        </pc:spChg>
        <pc:spChg chg="mod">
          <ac:chgData name="Sebastian Broers" userId="c3680e268fc62312" providerId="LiveId" clId="{6A9F4A06-4B04-4102-92D7-FE630C467DD4}" dt="2021-05-06T09:24:33.570" v="1170"/>
          <ac:spMkLst>
            <pc:docMk/>
            <pc:sldMk cId="2110134463" sldId="287"/>
            <ac:spMk id="16" creationId="{D5710B3C-A0D7-4F56-9453-969650AAD865}"/>
          </ac:spMkLst>
        </pc:spChg>
        <pc:spChg chg="mod">
          <ac:chgData name="Sebastian Broers" userId="c3680e268fc62312" providerId="LiveId" clId="{6A9F4A06-4B04-4102-92D7-FE630C467DD4}" dt="2021-05-06T09:24:33.570" v="1170"/>
          <ac:spMkLst>
            <pc:docMk/>
            <pc:sldMk cId="2110134463" sldId="287"/>
            <ac:spMk id="18" creationId="{430DEDD9-1601-43EB-825D-8F6F9E7D55D9}"/>
          </ac:spMkLst>
        </pc:spChg>
        <pc:spChg chg="mod">
          <ac:chgData name="Sebastian Broers" userId="c3680e268fc62312" providerId="LiveId" clId="{6A9F4A06-4B04-4102-92D7-FE630C467DD4}" dt="2021-05-06T09:24:33.570" v="1170"/>
          <ac:spMkLst>
            <pc:docMk/>
            <pc:sldMk cId="2110134463" sldId="287"/>
            <ac:spMk id="19" creationId="{CBA8B047-48BD-4483-B530-94E47CF3B8D9}"/>
          </ac:spMkLst>
        </pc:spChg>
        <pc:spChg chg="mod">
          <ac:chgData name="Sebastian Broers" userId="c3680e268fc62312" providerId="LiveId" clId="{6A9F4A06-4B04-4102-92D7-FE630C467DD4}" dt="2021-05-06T09:24:33.570" v="1170"/>
          <ac:spMkLst>
            <pc:docMk/>
            <pc:sldMk cId="2110134463" sldId="287"/>
            <ac:spMk id="20" creationId="{394712AD-F927-4EF3-B8FC-C922384020CE}"/>
          </ac:spMkLst>
        </pc:spChg>
        <pc:spChg chg="mod">
          <ac:chgData name="Sebastian Broers" userId="c3680e268fc62312" providerId="LiveId" clId="{6A9F4A06-4B04-4102-92D7-FE630C467DD4}" dt="2021-05-06T09:24:33.570" v="1170"/>
          <ac:spMkLst>
            <pc:docMk/>
            <pc:sldMk cId="2110134463" sldId="287"/>
            <ac:spMk id="21" creationId="{2D82AC58-465D-44F2-89BD-587539861BAA}"/>
          </ac:spMkLst>
        </pc:spChg>
        <pc:spChg chg="mod">
          <ac:chgData name="Sebastian Broers" userId="c3680e268fc62312" providerId="LiveId" clId="{6A9F4A06-4B04-4102-92D7-FE630C467DD4}" dt="2021-05-06T09:24:33.570" v="1170"/>
          <ac:spMkLst>
            <pc:docMk/>
            <pc:sldMk cId="2110134463" sldId="287"/>
            <ac:spMk id="22" creationId="{2FFC3567-DAE5-4622-830C-C07FF43F26DD}"/>
          </ac:spMkLst>
        </pc:spChg>
        <pc:spChg chg="mod">
          <ac:chgData name="Sebastian Broers" userId="c3680e268fc62312" providerId="LiveId" clId="{6A9F4A06-4B04-4102-92D7-FE630C467DD4}" dt="2021-05-06T09:24:33.570" v="1170"/>
          <ac:spMkLst>
            <pc:docMk/>
            <pc:sldMk cId="2110134463" sldId="287"/>
            <ac:spMk id="23" creationId="{C9E4CF93-555F-48CD-ABD2-FC374A93758B}"/>
          </ac:spMkLst>
        </pc:spChg>
        <pc:spChg chg="mod">
          <ac:chgData name="Sebastian Broers" userId="c3680e268fc62312" providerId="LiveId" clId="{6A9F4A06-4B04-4102-92D7-FE630C467DD4}" dt="2021-05-06T09:24:33.570" v="1170"/>
          <ac:spMkLst>
            <pc:docMk/>
            <pc:sldMk cId="2110134463" sldId="287"/>
            <ac:spMk id="24" creationId="{94535825-32C2-4175-A782-85FCEAB438B8}"/>
          </ac:spMkLst>
        </pc:spChg>
        <pc:spChg chg="mod">
          <ac:chgData name="Sebastian Broers" userId="c3680e268fc62312" providerId="LiveId" clId="{6A9F4A06-4B04-4102-92D7-FE630C467DD4}" dt="2021-05-06T09:24:33.570" v="1170"/>
          <ac:spMkLst>
            <pc:docMk/>
            <pc:sldMk cId="2110134463" sldId="287"/>
            <ac:spMk id="25" creationId="{746D45F5-EE9D-406E-88A4-46EB76E04590}"/>
          </ac:spMkLst>
        </pc:spChg>
        <pc:spChg chg="mod">
          <ac:chgData name="Sebastian Broers" userId="c3680e268fc62312" providerId="LiveId" clId="{6A9F4A06-4B04-4102-92D7-FE630C467DD4}" dt="2021-05-06T09:25:37.412" v="1180"/>
          <ac:spMkLst>
            <pc:docMk/>
            <pc:sldMk cId="2110134463" sldId="287"/>
            <ac:spMk id="28" creationId="{620B7815-F8DC-495D-9639-2C4EFD1972F6}"/>
          </ac:spMkLst>
        </pc:spChg>
        <pc:spChg chg="mod">
          <ac:chgData name="Sebastian Broers" userId="c3680e268fc62312" providerId="LiveId" clId="{6A9F4A06-4B04-4102-92D7-FE630C467DD4}" dt="2021-05-06T09:25:37.412" v="1180"/>
          <ac:spMkLst>
            <pc:docMk/>
            <pc:sldMk cId="2110134463" sldId="287"/>
            <ac:spMk id="29" creationId="{A900D84A-8800-4F48-A59D-7AD1EC6920CC}"/>
          </ac:spMkLst>
        </pc:spChg>
        <pc:spChg chg="mod">
          <ac:chgData name="Sebastian Broers" userId="c3680e268fc62312" providerId="LiveId" clId="{6A9F4A06-4B04-4102-92D7-FE630C467DD4}" dt="2021-05-06T09:25:37.412" v="1180"/>
          <ac:spMkLst>
            <pc:docMk/>
            <pc:sldMk cId="2110134463" sldId="287"/>
            <ac:spMk id="30" creationId="{66F6E27E-0051-4311-B1F2-3B5C37A9D50E}"/>
          </ac:spMkLst>
        </pc:spChg>
        <pc:spChg chg="mod">
          <ac:chgData name="Sebastian Broers" userId="c3680e268fc62312" providerId="LiveId" clId="{6A9F4A06-4B04-4102-92D7-FE630C467DD4}" dt="2021-05-06T09:25:37.412" v="1180"/>
          <ac:spMkLst>
            <pc:docMk/>
            <pc:sldMk cId="2110134463" sldId="287"/>
            <ac:spMk id="32" creationId="{7BE7673C-A07E-40F2-B83C-53BE64200F92}"/>
          </ac:spMkLst>
        </pc:spChg>
        <pc:spChg chg="mod">
          <ac:chgData name="Sebastian Broers" userId="c3680e268fc62312" providerId="LiveId" clId="{6A9F4A06-4B04-4102-92D7-FE630C467DD4}" dt="2021-05-06T09:25:37.412" v="1180"/>
          <ac:spMkLst>
            <pc:docMk/>
            <pc:sldMk cId="2110134463" sldId="287"/>
            <ac:spMk id="33" creationId="{CE147ED1-364E-49FF-B81A-427B53DDECD9}"/>
          </ac:spMkLst>
        </pc:spChg>
        <pc:spChg chg="mod">
          <ac:chgData name="Sebastian Broers" userId="c3680e268fc62312" providerId="LiveId" clId="{6A9F4A06-4B04-4102-92D7-FE630C467DD4}" dt="2021-05-06T09:25:37.412" v="1180"/>
          <ac:spMkLst>
            <pc:docMk/>
            <pc:sldMk cId="2110134463" sldId="287"/>
            <ac:spMk id="34" creationId="{57AD40D5-B3DD-4099-804E-2B940411880F}"/>
          </ac:spMkLst>
        </pc:spChg>
        <pc:spChg chg="mod">
          <ac:chgData name="Sebastian Broers" userId="c3680e268fc62312" providerId="LiveId" clId="{6A9F4A06-4B04-4102-92D7-FE630C467DD4}" dt="2021-05-06T09:25:37.412" v="1180"/>
          <ac:spMkLst>
            <pc:docMk/>
            <pc:sldMk cId="2110134463" sldId="287"/>
            <ac:spMk id="35" creationId="{6C85B425-D4AA-47B0-B83B-4B4EAE5A9F99}"/>
          </ac:spMkLst>
        </pc:spChg>
        <pc:spChg chg="mod">
          <ac:chgData name="Sebastian Broers" userId="c3680e268fc62312" providerId="LiveId" clId="{6A9F4A06-4B04-4102-92D7-FE630C467DD4}" dt="2021-05-06T09:25:37.412" v="1180"/>
          <ac:spMkLst>
            <pc:docMk/>
            <pc:sldMk cId="2110134463" sldId="287"/>
            <ac:spMk id="36" creationId="{064EA99A-F9EC-49BD-80AE-F41CE816DB7B}"/>
          </ac:spMkLst>
        </pc:spChg>
        <pc:spChg chg="mod">
          <ac:chgData name="Sebastian Broers" userId="c3680e268fc62312" providerId="LiveId" clId="{6A9F4A06-4B04-4102-92D7-FE630C467DD4}" dt="2021-05-06T09:25:37.412" v="1180"/>
          <ac:spMkLst>
            <pc:docMk/>
            <pc:sldMk cId="2110134463" sldId="287"/>
            <ac:spMk id="37" creationId="{7864F13E-6919-4EB0-9409-92221E8300BB}"/>
          </ac:spMkLst>
        </pc:spChg>
        <pc:spChg chg="mod">
          <ac:chgData name="Sebastian Broers" userId="c3680e268fc62312" providerId="LiveId" clId="{6A9F4A06-4B04-4102-92D7-FE630C467DD4}" dt="2021-05-06T09:25:37.412" v="1180"/>
          <ac:spMkLst>
            <pc:docMk/>
            <pc:sldMk cId="2110134463" sldId="287"/>
            <ac:spMk id="38" creationId="{A6531B87-5527-45C3-95AF-EDBC5DD304D8}"/>
          </ac:spMkLst>
        </pc:spChg>
        <pc:spChg chg="mod">
          <ac:chgData name="Sebastian Broers" userId="c3680e268fc62312" providerId="LiveId" clId="{6A9F4A06-4B04-4102-92D7-FE630C467DD4}" dt="2021-05-06T09:25:37.412" v="1180"/>
          <ac:spMkLst>
            <pc:docMk/>
            <pc:sldMk cId="2110134463" sldId="287"/>
            <ac:spMk id="39" creationId="{CDDB3A15-0EE4-4B7B-B465-6C465C0F47D5}"/>
          </ac:spMkLst>
        </pc:spChg>
        <pc:grpChg chg="add del mod">
          <ac:chgData name="Sebastian Broers" userId="c3680e268fc62312" providerId="LiveId" clId="{6A9F4A06-4B04-4102-92D7-FE630C467DD4}" dt="2021-05-06T09:24:42.165" v="1171"/>
          <ac:grpSpMkLst>
            <pc:docMk/>
            <pc:sldMk cId="2110134463" sldId="287"/>
            <ac:grpSpMk id="10" creationId="{57951899-3BAE-495E-9C41-EE7490AD6D7B}"/>
          </ac:grpSpMkLst>
        </pc:grpChg>
        <pc:grpChg chg="mod">
          <ac:chgData name="Sebastian Broers" userId="c3680e268fc62312" providerId="LiveId" clId="{6A9F4A06-4B04-4102-92D7-FE630C467DD4}" dt="2021-05-06T09:24:33.570" v="1170"/>
          <ac:grpSpMkLst>
            <pc:docMk/>
            <pc:sldMk cId="2110134463" sldId="287"/>
            <ac:grpSpMk id="12" creationId="{E9BCF6CD-7999-4A91-A80B-F22D83E2DA9B}"/>
          </ac:grpSpMkLst>
        </pc:grpChg>
        <pc:grpChg chg="mod">
          <ac:chgData name="Sebastian Broers" userId="c3680e268fc62312" providerId="LiveId" clId="{6A9F4A06-4B04-4102-92D7-FE630C467DD4}" dt="2021-05-06T09:24:33.570" v="1170"/>
          <ac:grpSpMkLst>
            <pc:docMk/>
            <pc:sldMk cId="2110134463" sldId="287"/>
            <ac:grpSpMk id="17" creationId="{BAB70DCF-04C8-4C55-B1BC-5F1F0E93A2C6}"/>
          </ac:grpSpMkLst>
        </pc:grpChg>
        <pc:grpChg chg="add mod">
          <ac:chgData name="Sebastian Broers" userId="c3680e268fc62312" providerId="LiveId" clId="{6A9F4A06-4B04-4102-92D7-FE630C467DD4}" dt="2021-05-06T09:26:44.467" v="1187" actId="1076"/>
          <ac:grpSpMkLst>
            <pc:docMk/>
            <pc:sldMk cId="2110134463" sldId="287"/>
            <ac:grpSpMk id="26" creationId="{2F1C34F9-B408-4630-8DE4-F6331FBA5B22}"/>
          </ac:grpSpMkLst>
        </pc:grpChg>
        <pc:grpChg chg="mod">
          <ac:chgData name="Sebastian Broers" userId="c3680e268fc62312" providerId="LiveId" clId="{6A9F4A06-4B04-4102-92D7-FE630C467DD4}" dt="2021-05-06T09:25:37.412" v="1180"/>
          <ac:grpSpMkLst>
            <pc:docMk/>
            <pc:sldMk cId="2110134463" sldId="287"/>
            <ac:grpSpMk id="27" creationId="{BD0634F7-9E8F-4A3B-B94B-FABD6E159591}"/>
          </ac:grpSpMkLst>
        </pc:grpChg>
        <pc:grpChg chg="mod">
          <ac:chgData name="Sebastian Broers" userId="c3680e268fc62312" providerId="LiveId" clId="{6A9F4A06-4B04-4102-92D7-FE630C467DD4}" dt="2021-05-06T09:25:37.412" v="1180"/>
          <ac:grpSpMkLst>
            <pc:docMk/>
            <pc:sldMk cId="2110134463" sldId="287"/>
            <ac:grpSpMk id="31" creationId="{E7A922E4-2FC6-44F8-A1FA-91DDAFEE9E7A}"/>
          </ac:grpSpMkLst>
        </pc:grpChg>
      </pc:sldChg>
      <pc:sldChg chg="addSp delSp modSp add mod modNotesTx">
        <pc:chgData name="Sebastian Broers" userId="c3680e268fc62312" providerId="LiveId" clId="{6A9F4A06-4B04-4102-92D7-FE630C467DD4}" dt="2021-05-06T11:26:39.143" v="2047" actId="20577"/>
        <pc:sldMkLst>
          <pc:docMk/>
          <pc:sldMk cId="556282715" sldId="288"/>
        </pc:sldMkLst>
        <pc:spChg chg="add del mod">
          <ac:chgData name="Sebastian Broers" userId="c3680e268fc62312" providerId="LiveId" clId="{6A9F4A06-4B04-4102-92D7-FE630C467DD4}" dt="2021-05-06T09:21:49.067" v="1142" actId="478"/>
          <ac:spMkLst>
            <pc:docMk/>
            <pc:sldMk cId="556282715" sldId="288"/>
            <ac:spMk id="4" creationId="{648E5F1B-1D60-4A29-ABD5-C5917A383E9C}"/>
          </ac:spMkLst>
        </pc:spChg>
        <pc:spChg chg="add mod">
          <ac:chgData name="Sebastian Broers" userId="c3680e268fc62312" providerId="LiveId" clId="{6A9F4A06-4B04-4102-92D7-FE630C467DD4}" dt="2021-05-06T09:22:22.987" v="1149" actId="255"/>
          <ac:spMkLst>
            <pc:docMk/>
            <pc:sldMk cId="556282715" sldId="288"/>
            <ac:spMk id="9" creationId="{3BF020F3-4C5E-44E8-BE3D-54DFAD61A0C5}"/>
          </ac:spMkLst>
        </pc:spChg>
        <pc:spChg chg="mod">
          <ac:chgData name="Sebastian Broers" userId="c3680e268fc62312" providerId="LiveId" clId="{6A9F4A06-4B04-4102-92D7-FE630C467DD4}" dt="2021-05-06T11:26:39.143" v="2047" actId="20577"/>
          <ac:spMkLst>
            <pc:docMk/>
            <pc:sldMk cId="556282715" sldId="288"/>
            <ac:spMk id="11" creationId="{00000000-0000-0000-0000-000000000000}"/>
          </ac:spMkLst>
        </pc:spChg>
        <pc:spChg chg="del">
          <ac:chgData name="Sebastian Broers" userId="c3680e268fc62312" providerId="LiveId" clId="{6A9F4A06-4B04-4102-92D7-FE630C467DD4}" dt="2021-05-06T09:21:47.464" v="1141" actId="478"/>
          <ac:spMkLst>
            <pc:docMk/>
            <pc:sldMk cId="556282715" sldId="288"/>
            <ac:spMk id="13" creationId="{00000000-0000-0000-0000-000000000000}"/>
          </ac:spMkLst>
        </pc:spChg>
        <pc:spChg chg="mod">
          <ac:chgData name="Sebastian Broers" userId="c3680e268fc62312" providerId="LiveId" clId="{6A9F4A06-4B04-4102-92D7-FE630C467DD4}" dt="2021-05-06T09:21:50.109" v="1143"/>
          <ac:spMkLst>
            <pc:docMk/>
            <pc:sldMk cId="556282715" sldId="288"/>
            <ac:spMk id="14" creationId="{B1462D12-38A4-45EE-909B-FD61CE0AACC0}"/>
          </ac:spMkLst>
        </pc:spChg>
        <pc:spChg chg="mod">
          <ac:chgData name="Sebastian Broers" userId="c3680e268fc62312" providerId="LiveId" clId="{6A9F4A06-4B04-4102-92D7-FE630C467DD4}" dt="2021-05-06T09:21:50.109" v="1143"/>
          <ac:spMkLst>
            <pc:docMk/>
            <pc:sldMk cId="556282715" sldId="288"/>
            <ac:spMk id="15" creationId="{63DA5227-814E-480C-897C-62869988776D}"/>
          </ac:spMkLst>
        </pc:spChg>
        <pc:spChg chg="mod">
          <ac:chgData name="Sebastian Broers" userId="c3680e268fc62312" providerId="LiveId" clId="{6A9F4A06-4B04-4102-92D7-FE630C467DD4}" dt="2021-05-06T09:21:50.109" v="1143"/>
          <ac:spMkLst>
            <pc:docMk/>
            <pc:sldMk cId="556282715" sldId="288"/>
            <ac:spMk id="16" creationId="{3D5095F6-97A8-4265-AC1B-9B221E383CFA}"/>
          </ac:spMkLst>
        </pc:spChg>
        <pc:spChg chg="mod">
          <ac:chgData name="Sebastian Broers" userId="c3680e268fc62312" providerId="LiveId" clId="{6A9F4A06-4B04-4102-92D7-FE630C467DD4}" dt="2021-05-06T09:21:50.109" v="1143"/>
          <ac:spMkLst>
            <pc:docMk/>
            <pc:sldMk cId="556282715" sldId="288"/>
            <ac:spMk id="17" creationId="{BBED13C7-24AD-4233-B9BB-B2E1CA23810E}"/>
          </ac:spMkLst>
        </pc:spChg>
        <pc:spChg chg="mod">
          <ac:chgData name="Sebastian Broers" userId="c3680e268fc62312" providerId="LiveId" clId="{6A9F4A06-4B04-4102-92D7-FE630C467DD4}" dt="2021-05-06T09:21:50.109" v="1143"/>
          <ac:spMkLst>
            <pc:docMk/>
            <pc:sldMk cId="556282715" sldId="288"/>
            <ac:spMk id="18" creationId="{3FB92BFB-3CDC-44F4-AB29-B518727E7A3E}"/>
          </ac:spMkLst>
        </pc:spChg>
        <pc:spChg chg="mod">
          <ac:chgData name="Sebastian Broers" userId="c3680e268fc62312" providerId="LiveId" clId="{6A9F4A06-4B04-4102-92D7-FE630C467DD4}" dt="2021-05-06T09:21:50.109" v="1143"/>
          <ac:spMkLst>
            <pc:docMk/>
            <pc:sldMk cId="556282715" sldId="288"/>
            <ac:spMk id="19" creationId="{F7C2DC9F-6432-4878-B003-EAF6EC15EF8E}"/>
          </ac:spMkLst>
        </pc:spChg>
        <pc:spChg chg="mod">
          <ac:chgData name="Sebastian Broers" userId="c3680e268fc62312" providerId="LiveId" clId="{6A9F4A06-4B04-4102-92D7-FE630C467DD4}" dt="2021-05-06T09:21:50.109" v="1143"/>
          <ac:spMkLst>
            <pc:docMk/>
            <pc:sldMk cId="556282715" sldId="288"/>
            <ac:spMk id="21" creationId="{3EFDE003-FE2D-4688-9631-F14D670CD9C2}"/>
          </ac:spMkLst>
        </pc:spChg>
        <pc:spChg chg="mod">
          <ac:chgData name="Sebastian Broers" userId="c3680e268fc62312" providerId="LiveId" clId="{6A9F4A06-4B04-4102-92D7-FE630C467DD4}" dt="2021-05-06T09:21:50.109" v="1143"/>
          <ac:spMkLst>
            <pc:docMk/>
            <pc:sldMk cId="556282715" sldId="288"/>
            <ac:spMk id="22" creationId="{9C4CDFB8-B77E-41E6-86CB-7E9FC41EA57C}"/>
          </ac:spMkLst>
        </pc:spChg>
        <pc:spChg chg="mod">
          <ac:chgData name="Sebastian Broers" userId="c3680e268fc62312" providerId="LiveId" clId="{6A9F4A06-4B04-4102-92D7-FE630C467DD4}" dt="2021-05-06T09:21:50.109" v="1143"/>
          <ac:spMkLst>
            <pc:docMk/>
            <pc:sldMk cId="556282715" sldId="288"/>
            <ac:spMk id="23" creationId="{D4507751-99E7-47BE-AB27-89CF98EA65BC}"/>
          </ac:spMkLst>
        </pc:spChg>
        <pc:spChg chg="mod">
          <ac:chgData name="Sebastian Broers" userId="c3680e268fc62312" providerId="LiveId" clId="{6A9F4A06-4B04-4102-92D7-FE630C467DD4}" dt="2021-05-06T09:21:50.109" v="1143"/>
          <ac:spMkLst>
            <pc:docMk/>
            <pc:sldMk cId="556282715" sldId="288"/>
            <ac:spMk id="24" creationId="{38704507-7EE1-4018-8940-485C856EBD15}"/>
          </ac:spMkLst>
        </pc:spChg>
        <pc:grpChg chg="add mod">
          <ac:chgData name="Sebastian Broers" userId="c3680e268fc62312" providerId="LiveId" clId="{6A9F4A06-4B04-4102-92D7-FE630C467DD4}" dt="2021-05-06T09:22:09.432" v="1146" actId="1076"/>
          <ac:grpSpMkLst>
            <pc:docMk/>
            <pc:sldMk cId="556282715" sldId="288"/>
            <ac:grpSpMk id="10" creationId="{901C0B3B-6F0A-4BBA-BF15-A19F0E1CCDCA}"/>
          </ac:grpSpMkLst>
        </pc:grpChg>
        <pc:grpChg chg="mod">
          <ac:chgData name="Sebastian Broers" userId="c3680e268fc62312" providerId="LiveId" clId="{6A9F4A06-4B04-4102-92D7-FE630C467DD4}" dt="2021-05-06T09:21:50.109" v="1143"/>
          <ac:grpSpMkLst>
            <pc:docMk/>
            <pc:sldMk cId="556282715" sldId="288"/>
            <ac:grpSpMk id="12" creationId="{812BE77F-E4CE-4105-8E16-85F897FBD910}"/>
          </ac:grpSpMkLst>
        </pc:grpChg>
        <pc:grpChg chg="mod">
          <ac:chgData name="Sebastian Broers" userId="c3680e268fc62312" providerId="LiveId" clId="{6A9F4A06-4B04-4102-92D7-FE630C467DD4}" dt="2021-05-06T09:21:50.109" v="1143"/>
          <ac:grpSpMkLst>
            <pc:docMk/>
            <pc:sldMk cId="556282715" sldId="288"/>
            <ac:grpSpMk id="20" creationId="{0CA3F028-DC19-495D-BE54-FE42E78AFA00}"/>
          </ac:grpSpMkLst>
        </pc:grpChg>
      </pc:sldChg>
      <pc:sldChg chg="addSp delSp modSp add mod modNotesTx">
        <pc:chgData name="Sebastian Broers" userId="c3680e268fc62312" providerId="LiveId" clId="{6A9F4A06-4B04-4102-92D7-FE630C467DD4}" dt="2021-05-06T11:26:36.077" v="2046" actId="20577"/>
        <pc:sldMkLst>
          <pc:docMk/>
          <pc:sldMk cId="2024054953" sldId="289"/>
        </pc:sldMkLst>
        <pc:spChg chg="mod">
          <ac:chgData name="Sebastian Broers" userId="c3680e268fc62312" providerId="LiveId" clId="{6A9F4A06-4B04-4102-92D7-FE630C467DD4}" dt="2021-05-06T09:22:57.454" v="1158" actId="20577"/>
          <ac:spMkLst>
            <pc:docMk/>
            <pc:sldMk cId="2024054953" sldId="289"/>
            <ac:spMk id="9" creationId="{3BF020F3-4C5E-44E8-BE3D-54DFAD61A0C5}"/>
          </ac:spMkLst>
        </pc:spChg>
        <pc:spChg chg="mod">
          <ac:chgData name="Sebastian Broers" userId="c3680e268fc62312" providerId="LiveId" clId="{6A9F4A06-4B04-4102-92D7-FE630C467DD4}" dt="2021-05-06T11:26:36.077" v="2046" actId="20577"/>
          <ac:spMkLst>
            <pc:docMk/>
            <pc:sldMk cId="2024054953" sldId="289"/>
            <ac:spMk id="11" creationId="{00000000-0000-0000-0000-000000000000}"/>
          </ac:spMkLst>
        </pc:spChg>
        <pc:spChg chg="add del">
          <ac:chgData name="Sebastian Broers" userId="c3680e268fc62312" providerId="LiveId" clId="{6A9F4A06-4B04-4102-92D7-FE630C467DD4}" dt="2021-05-06T09:22:51.120" v="1154" actId="22"/>
          <ac:spMkLst>
            <pc:docMk/>
            <pc:sldMk cId="2024054953" sldId="289"/>
            <ac:spMk id="25" creationId="{E02AE783-0C89-4DE8-A9DC-2EE1A5517FA9}"/>
          </ac:spMkLst>
        </pc:spChg>
        <pc:spChg chg="mod">
          <ac:chgData name="Sebastian Broers" userId="c3680e268fc62312" providerId="LiveId" clId="{6A9F4A06-4B04-4102-92D7-FE630C467DD4}" dt="2021-05-06T09:23:04.727" v="1159"/>
          <ac:spMkLst>
            <pc:docMk/>
            <pc:sldMk cId="2024054953" sldId="289"/>
            <ac:spMk id="28" creationId="{25D35F0B-C5F4-4FCF-A6A7-0A05BF703B32}"/>
          </ac:spMkLst>
        </pc:spChg>
        <pc:spChg chg="mod">
          <ac:chgData name="Sebastian Broers" userId="c3680e268fc62312" providerId="LiveId" clId="{6A9F4A06-4B04-4102-92D7-FE630C467DD4}" dt="2021-05-06T09:23:04.727" v="1159"/>
          <ac:spMkLst>
            <pc:docMk/>
            <pc:sldMk cId="2024054953" sldId="289"/>
            <ac:spMk id="29" creationId="{956D0312-B54A-4880-9444-D3A4660E52E7}"/>
          </ac:spMkLst>
        </pc:spChg>
        <pc:spChg chg="mod">
          <ac:chgData name="Sebastian Broers" userId="c3680e268fc62312" providerId="LiveId" clId="{6A9F4A06-4B04-4102-92D7-FE630C467DD4}" dt="2021-05-06T09:23:04.727" v="1159"/>
          <ac:spMkLst>
            <pc:docMk/>
            <pc:sldMk cId="2024054953" sldId="289"/>
            <ac:spMk id="30" creationId="{5393D2CE-44D0-4E34-BC4A-62F321022145}"/>
          </ac:spMkLst>
        </pc:spChg>
        <pc:spChg chg="mod">
          <ac:chgData name="Sebastian Broers" userId="c3680e268fc62312" providerId="LiveId" clId="{6A9F4A06-4B04-4102-92D7-FE630C467DD4}" dt="2021-05-06T09:23:04.727" v="1159"/>
          <ac:spMkLst>
            <pc:docMk/>
            <pc:sldMk cId="2024054953" sldId="289"/>
            <ac:spMk id="32" creationId="{E0947C70-38C3-4B26-9F08-588068D2CF73}"/>
          </ac:spMkLst>
        </pc:spChg>
        <pc:spChg chg="mod">
          <ac:chgData name="Sebastian Broers" userId="c3680e268fc62312" providerId="LiveId" clId="{6A9F4A06-4B04-4102-92D7-FE630C467DD4}" dt="2021-05-06T09:23:04.727" v="1159"/>
          <ac:spMkLst>
            <pc:docMk/>
            <pc:sldMk cId="2024054953" sldId="289"/>
            <ac:spMk id="33" creationId="{04278CE2-7CE5-4215-A793-360539DCA07D}"/>
          </ac:spMkLst>
        </pc:spChg>
        <pc:spChg chg="mod">
          <ac:chgData name="Sebastian Broers" userId="c3680e268fc62312" providerId="LiveId" clId="{6A9F4A06-4B04-4102-92D7-FE630C467DD4}" dt="2021-05-06T09:23:04.727" v="1159"/>
          <ac:spMkLst>
            <pc:docMk/>
            <pc:sldMk cId="2024054953" sldId="289"/>
            <ac:spMk id="34" creationId="{9C23C607-3F0E-4D84-926F-791AB5538292}"/>
          </ac:spMkLst>
        </pc:spChg>
        <pc:spChg chg="mod">
          <ac:chgData name="Sebastian Broers" userId="c3680e268fc62312" providerId="LiveId" clId="{6A9F4A06-4B04-4102-92D7-FE630C467DD4}" dt="2021-05-06T09:23:04.727" v="1159"/>
          <ac:spMkLst>
            <pc:docMk/>
            <pc:sldMk cId="2024054953" sldId="289"/>
            <ac:spMk id="35" creationId="{CFFEDDE8-C2BC-4B71-A976-63A99FBD4603}"/>
          </ac:spMkLst>
        </pc:spChg>
        <pc:spChg chg="mod">
          <ac:chgData name="Sebastian Broers" userId="c3680e268fc62312" providerId="LiveId" clId="{6A9F4A06-4B04-4102-92D7-FE630C467DD4}" dt="2021-05-06T09:23:04.727" v="1159"/>
          <ac:spMkLst>
            <pc:docMk/>
            <pc:sldMk cId="2024054953" sldId="289"/>
            <ac:spMk id="36" creationId="{DE6DA36B-4A76-43F3-BA4D-26C9EF2CEE1C}"/>
          </ac:spMkLst>
        </pc:spChg>
        <pc:spChg chg="mod">
          <ac:chgData name="Sebastian Broers" userId="c3680e268fc62312" providerId="LiveId" clId="{6A9F4A06-4B04-4102-92D7-FE630C467DD4}" dt="2021-05-06T09:23:10.840" v="1162"/>
          <ac:spMkLst>
            <pc:docMk/>
            <pc:sldMk cId="2024054953" sldId="289"/>
            <ac:spMk id="39" creationId="{373B0E5B-BA9A-4A6D-ABB2-AADBC9A299C1}"/>
          </ac:spMkLst>
        </pc:spChg>
        <pc:spChg chg="mod">
          <ac:chgData name="Sebastian Broers" userId="c3680e268fc62312" providerId="LiveId" clId="{6A9F4A06-4B04-4102-92D7-FE630C467DD4}" dt="2021-05-06T09:23:10.840" v="1162"/>
          <ac:spMkLst>
            <pc:docMk/>
            <pc:sldMk cId="2024054953" sldId="289"/>
            <ac:spMk id="40" creationId="{07785691-AA95-4FD5-B993-2E8EE2C8ABEE}"/>
          </ac:spMkLst>
        </pc:spChg>
        <pc:spChg chg="mod">
          <ac:chgData name="Sebastian Broers" userId="c3680e268fc62312" providerId="LiveId" clId="{6A9F4A06-4B04-4102-92D7-FE630C467DD4}" dt="2021-05-06T09:23:10.840" v="1162"/>
          <ac:spMkLst>
            <pc:docMk/>
            <pc:sldMk cId="2024054953" sldId="289"/>
            <ac:spMk id="41" creationId="{D5E232BE-69BA-478D-90F8-4CC8F12B11B4}"/>
          </ac:spMkLst>
        </pc:spChg>
        <pc:spChg chg="mod">
          <ac:chgData name="Sebastian Broers" userId="c3680e268fc62312" providerId="LiveId" clId="{6A9F4A06-4B04-4102-92D7-FE630C467DD4}" dt="2021-05-06T09:23:10.840" v="1162"/>
          <ac:spMkLst>
            <pc:docMk/>
            <pc:sldMk cId="2024054953" sldId="289"/>
            <ac:spMk id="43" creationId="{AED04A36-CDD0-4C2C-B38D-52173DE2C712}"/>
          </ac:spMkLst>
        </pc:spChg>
        <pc:spChg chg="mod">
          <ac:chgData name="Sebastian Broers" userId="c3680e268fc62312" providerId="LiveId" clId="{6A9F4A06-4B04-4102-92D7-FE630C467DD4}" dt="2021-05-06T09:23:10.840" v="1162"/>
          <ac:spMkLst>
            <pc:docMk/>
            <pc:sldMk cId="2024054953" sldId="289"/>
            <ac:spMk id="44" creationId="{CE4DDE1C-7DE3-4918-9FD3-D55D0920337F}"/>
          </ac:spMkLst>
        </pc:spChg>
        <pc:spChg chg="mod">
          <ac:chgData name="Sebastian Broers" userId="c3680e268fc62312" providerId="LiveId" clId="{6A9F4A06-4B04-4102-92D7-FE630C467DD4}" dt="2021-05-06T09:23:10.840" v="1162"/>
          <ac:spMkLst>
            <pc:docMk/>
            <pc:sldMk cId="2024054953" sldId="289"/>
            <ac:spMk id="45" creationId="{C608FF58-8537-42BA-BCEE-30AFD6D2E31A}"/>
          </ac:spMkLst>
        </pc:spChg>
        <pc:spChg chg="mod">
          <ac:chgData name="Sebastian Broers" userId="c3680e268fc62312" providerId="LiveId" clId="{6A9F4A06-4B04-4102-92D7-FE630C467DD4}" dt="2021-05-06T09:23:10.840" v="1162"/>
          <ac:spMkLst>
            <pc:docMk/>
            <pc:sldMk cId="2024054953" sldId="289"/>
            <ac:spMk id="46" creationId="{C884EE1C-07FF-4204-A9E1-2F5D6CBA4479}"/>
          </ac:spMkLst>
        </pc:spChg>
        <pc:spChg chg="mod">
          <ac:chgData name="Sebastian Broers" userId="c3680e268fc62312" providerId="LiveId" clId="{6A9F4A06-4B04-4102-92D7-FE630C467DD4}" dt="2021-05-06T09:23:10.840" v="1162"/>
          <ac:spMkLst>
            <pc:docMk/>
            <pc:sldMk cId="2024054953" sldId="289"/>
            <ac:spMk id="47" creationId="{AADCC26D-E1B3-440B-A0A4-27F1464C8047}"/>
          </ac:spMkLst>
        </pc:spChg>
        <pc:grpChg chg="del">
          <ac:chgData name="Sebastian Broers" userId="c3680e268fc62312" providerId="LiveId" clId="{6A9F4A06-4B04-4102-92D7-FE630C467DD4}" dt="2021-05-06T09:23:09.785" v="1161" actId="478"/>
          <ac:grpSpMkLst>
            <pc:docMk/>
            <pc:sldMk cId="2024054953" sldId="289"/>
            <ac:grpSpMk id="10" creationId="{901C0B3B-6F0A-4BBA-BF15-A19F0E1CCDCA}"/>
          </ac:grpSpMkLst>
        </pc:grpChg>
        <pc:grpChg chg="add del mod">
          <ac:chgData name="Sebastian Broers" userId="c3680e268fc62312" providerId="LiveId" clId="{6A9F4A06-4B04-4102-92D7-FE630C467DD4}" dt="2021-05-06T09:23:06.642" v="1160"/>
          <ac:grpSpMkLst>
            <pc:docMk/>
            <pc:sldMk cId="2024054953" sldId="289"/>
            <ac:grpSpMk id="26" creationId="{EBBFF5CB-5E40-42B7-824D-0266436F7749}"/>
          </ac:grpSpMkLst>
        </pc:grpChg>
        <pc:grpChg chg="mod">
          <ac:chgData name="Sebastian Broers" userId="c3680e268fc62312" providerId="LiveId" clId="{6A9F4A06-4B04-4102-92D7-FE630C467DD4}" dt="2021-05-06T09:23:04.727" v="1159"/>
          <ac:grpSpMkLst>
            <pc:docMk/>
            <pc:sldMk cId="2024054953" sldId="289"/>
            <ac:grpSpMk id="27" creationId="{C254BE87-148A-4FFE-B1D1-C6734E76DC40}"/>
          </ac:grpSpMkLst>
        </pc:grpChg>
        <pc:grpChg chg="mod">
          <ac:chgData name="Sebastian Broers" userId="c3680e268fc62312" providerId="LiveId" clId="{6A9F4A06-4B04-4102-92D7-FE630C467DD4}" dt="2021-05-06T09:23:04.727" v="1159"/>
          <ac:grpSpMkLst>
            <pc:docMk/>
            <pc:sldMk cId="2024054953" sldId="289"/>
            <ac:grpSpMk id="31" creationId="{FCF6DE6C-C9FC-44AD-BD34-E1BBBCB24C3B}"/>
          </ac:grpSpMkLst>
        </pc:grpChg>
        <pc:grpChg chg="add mod">
          <ac:chgData name="Sebastian Broers" userId="c3680e268fc62312" providerId="LiveId" clId="{6A9F4A06-4B04-4102-92D7-FE630C467DD4}" dt="2021-05-06T09:23:24.192" v="1164" actId="1076"/>
          <ac:grpSpMkLst>
            <pc:docMk/>
            <pc:sldMk cId="2024054953" sldId="289"/>
            <ac:grpSpMk id="37" creationId="{F83E17EA-19BE-4FCA-AC05-C718D4EE4E16}"/>
          </ac:grpSpMkLst>
        </pc:grpChg>
        <pc:grpChg chg="mod">
          <ac:chgData name="Sebastian Broers" userId="c3680e268fc62312" providerId="LiveId" clId="{6A9F4A06-4B04-4102-92D7-FE630C467DD4}" dt="2021-05-06T09:23:10.840" v="1162"/>
          <ac:grpSpMkLst>
            <pc:docMk/>
            <pc:sldMk cId="2024054953" sldId="289"/>
            <ac:grpSpMk id="38" creationId="{9C5639DB-95E9-4D19-BCAB-434939D56024}"/>
          </ac:grpSpMkLst>
        </pc:grpChg>
        <pc:grpChg chg="mod">
          <ac:chgData name="Sebastian Broers" userId="c3680e268fc62312" providerId="LiveId" clId="{6A9F4A06-4B04-4102-92D7-FE630C467DD4}" dt="2021-05-06T09:23:10.840" v="1162"/>
          <ac:grpSpMkLst>
            <pc:docMk/>
            <pc:sldMk cId="2024054953" sldId="289"/>
            <ac:grpSpMk id="42" creationId="{65A6AF44-856B-4E7E-AD98-2781371FEF4A}"/>
          </ac:grpSpMkLst>
        </pc:grpChg>
      </pc:sldChg>
      <pc:sldChg chg="addSp delSp modSp add mod">
        <pc:chgData name="Sebastian Broers" userId="c3680e268fc62312" providerId="LiveId" clId="{6A9F4A06-4B04-4102-92D7-FE630C467DD4}" dt="2021-05-06T11:26:48.747" v="2049" actId="20577"/>
        <pc:sldMkLst>
          <pc:docMk/>
          <pc:sldMk cId="1519756176" sldId="290"/>
        </pc:sldMkLst>
        <pc:spChg chg="mod">
          <ac:chgData name="Sebastian Broers" userId="c3680e268fc62312" providerId="LiveId" clId="{6A9F4A06-4B04-4102-92D7-FE630C467DD4}" dt="2021-05-06T09:30:47.739" v="1256" actId="27636"/>
          <ac:spMkLst>
            <pc:docMk/>
            <pc:sldMk cId="1519756176" sldId="290"/>
            <ac:spMk id="7" creationId="{EB6A9863-A1CD-447C-B1DA-1617A99AC1AD}"/>
          </ac:spMkLst>
        </pc:spChg>
        <pc:spChg chg="mod">
          <ac:chgData name="Sebastian Broers" userId="c3680e268fc62312" providerId="LiveId" clId="{6A9F4A06-4B04-4102-92D7-FE630C467DD4}" dt="2021-05-06T11:26:48.747" v="2049" actId="20577"/>
          <ac:spMkLst>
            <pc:docMk/>
            <pc:sldMk cId="1519756176" sldId="290"/>
            <ac:spMk id="11" creationId="{00000000-0000-0000-0000-000000000000}"/>
          </ac:spMkLst>
        </pc:spChg>
        <pc:spChg chg="mod">
          <ac:chgData name="Sebastian Broers" userId="c3680e268fc62312" providerId="LiveId" clId="{6A9F4A06-4B04-4102-92D7-FE630C467DD4}" dt="2021-05-06T09:30:33.703" v="1250" actId="20577"/>
          <ac:spMkLst>
            <pc:docMk/>
            <pc:sldMk cId="1519756176" sldId="290"/>
            <ac:spMk id="24" creationId="{EFAFA81B-A96A-456C-A1C8-653469840F92}"/>
          </ac:spMkLst>
        </pc:spChg>
        <pc:spChg chg="mod">
          <ac:chgData name="Sebastian Broers" userId="c3680e268fc62312" providerId="LiveId" clId="{6A9F4A06-4B04-4102-92D7-FE630C467DD4}" dt="2021-05-06T09:30:31.046" v="1248" actId="20577"/>
          <ac:spMkLst>
            <pc:docMk/>
            <pc:sldMk cId="1519756176" sldId="290"/>
            <ac:spMk id="25" creationId="{02B51062-F100-450E-884E-FA15207D8421}"/>
          </ac:spMkLst>
        </pc:spChg>
        <pc:spChg chg="mod">
          <ac:chgData name="Sebastian Broers" userId="c3680e268fc62312" providerId="LiveId" clId="{6A9F4A06-4B04-4102-92D7-FE630C467DD4}" dt="2021-05-06T09:30:27.583" v="1246" actId="122"/>
          <ac:spMkLst>
            <pc:docMk/>
            <pc:sldMk cId="1519756176" sldId="290"/>
            <ac:spMk id="41" creationId="{306CAD41-5F3D-4FEB-94BC-D1540F51B2F4}"/>
          </ac:spMkLst>
        </pc:spChg>
        <pc:spChg chg="mod">
          <ac:chgData name="Sebastian Broers" userId="c3680e268fc62312" providerId="LiveId" clId="{6A9F4A06-4B04-4102-92D7-FE630C467DD4}" dt="2021-05-06T09:39:15.056" v="1433" actId="20577"/>
          <ac:spMkLst>
            <pc:docMk/>
            <pc:sldMk cId="1519756176" sldId="290"/>
            <ac:spMk id="42" creationId="{576CE561-204D-4CF8-BAE4-05A74EB34E98}"/>
          </ac:spMkLst>
        </pc:spChg>
        <pc:spChg chg="mod">
          <ac:chgData name="Sebastian Broers" userId="c3680e268fc62312" providerId="LiveId" clId="{6A9F4A06-4B04-4102-92D7-FE630C467DD4}" dt="2021-05-06T09:28:45.906" v="1200" actId="20578"/>
          <ac:spMkLst>
            <pc:docMk/>
            <pc:sldMk cId="1519756176" sldId="290"/>
            <ac:spMk id="43" creationId="{407BAD49-6D07-45DF-A335-6D71EF4A11AB}"/>
          </ac:spMkLst>
        </pc:spChg>
        <pc:spChg chg="mod">
          <ac:chgData name="Sebastian Broers" userId="c3680e268fc62312" providerId="LiveId" clId="{6A9F4A06-4B04-4102-92D7-FE630C467DD4}" dt="2021-05-06T09:28:45.906" v="1200" actId="20578"/>
          <ac:spMkLst>
            <pc:docMk/>
            <pc:sldMk cId="1519756176" sldId="290"/>
            <ac:spMk id="44" creationId="{45FA9D33-6EC2-41D4-AC64-6F74411C22DA}"/>
          </ac:spMkLst>
        </pc:spChg>
        <pc:spChg chg="mod">
          <ac:chgData name="Sebastian Broers" userId="c3680e268fc62312" providerId="LiveId" clId="{6A9F4A06-4B04-4102-92D7-FE630C467DD4}" dt="2021-05-06T09:28:45.906" v="1200" actId="20578"/>
          <ac:spMkLst>
            <pc:docMk/>
            <pc:sldMk cId="1519756176" sldId="290"/>
            <ac:spMk id="45" creationId="{A0736029-21BC-4DF6-999B-730B3869EF5B}"/>
          </ac:spMkLst>
        </pc:spChg>
        <pc:spChg chg="mod">
          <ac:chgData name="Sebastian Broers" userId="c3680e268fc62312" providerId="LiveId" clId="{6A9F4A06-4B04-4102-92D7-FE630C467DD4}" dt="2021-05-06T09:28:45.906" v="1200" actId="20578"/>
          <ac:spMkLst>
            <pc:docMk/>
            <pc:sldMk cId="1519756176" sldId="290"/>
            <ac:spMk id="46" creationId="{C92451DF-281B-4354-A736-0BFD48CAEDE8}"/>
          </ac:spMkLst>
        </pc:spChg>
        <pc:spChg chg="mod">
          <ac:chgData name="Sebastian Broers" userId="c3680e268fc62312" providerId="LiveId" clId="{6A9F4A06-4B04-4102-92D7-FE630C467DD4}" dt="2021-05-06T09:28:45.906" v="1200" actId="20578"/>
          <ac:spMkLst>
            <pc:docMk/>
            <pc:sldMk cId="1519756176" sldId="290"/>
            <ac:spMk id="47" creationId="{2CF561E4-2DBF-4433-AC9A-44280D8ED249}"/>
          </ac:spMkLst>
        </pc:spChg>
        <pc:spChg chg="mod">
          <ac:chgData name="Sebastian Broers" userId="c3680e268fc62312" providerId="LiveId" clId="{6A9F4A06-4B04-4102-92D7-FE630C467DD4}" dt="2021-05-06T09:28:45.906" v="1200" actId="20578"/>
          <ac:spMkLst>
            <pc:docMk/>
            <pc:sldMk cId="1519756176" sldId="290"/>
            <ac:spMk id="48" creationId="{2E9D0621-ABDD-4698-BAD6-0908E117AE4E}"/>
          </ac:spMkLst>
        </pc:spChg>
        <pc:spChg chg="mod">
          <ac:chgData name="Sebastian Broers" userId="c3680e268fc62312" providerId="LiveId" clId="{6A9F4A06-4B04-4102-92D7-FE630C467DD4}" dt="2021-05-06T09:28:45.906" v="1200" actId="20578"/>
          <ac:spMkLst>
            <pc:docMk/>
            <pc:sldMk cId="1519756176" sldId="290"/>
            <ac:spMk id="49" creationId="{E3778534-CEBF-4272-8CAF-76F8B018CE72}"/>
          </ac:spMkLst>
        </pc:spChg>
        <pc:spChg chg="mod">
          <ac:chgData name="Sebastian Broers" userId="c3680e268fc62312" providerId="LiveId" clId="{6A9F4A06-4B04-4102-92D7-FE630C467DD4}" dt="2021-05-06T09:28:45.906" v="1200" actId="20578"/>
          <ac:spMkLst>
            <pc:docMk/>
            <pc:sldMk cId="1519756176" sldId="290"/>
            <ac:spMk id="50" creationId="{5C71EF39-1B0E-4E0E-B46E-8949F575E334}"/>
          </ac:spMkLst>
        </pc:spChg>
        <pc:spChg chg="mod">
          <ac:chgData name="Sebastian Broers" userId="c3680e268fc62312" providerId="LiveId" clId="{6A9F4A06-4B04-4102-92D7-FE630C467DD4}" dt="2021-05-06T09:28:45.906" v="1200" actId="20578"/>
          <ac:spMkLst>
            <pc:docMk/>
            <pc:sldMk cId="1519756176" sldId="290"/>
            <ac:spMk id="51" creationId="{F920DE03-1445-4724-97A3-7DD1FE8CF267}"/>
          </ac:spMkLst>
        </pc:spChg>
        <pc:spChg chg="mod">
          <ac:chgData name="Sebastian Broers" userId="c3680e268fc62312" providerId="LiveId" clId="{6A9F4A06-4B04-4102-92D7-FE630C467DD4}" dt="2021-05-06T09:28:45.906" v="1200" actId="20578"/>
          <ac:spMkLst>
            <pc:docMk/>
            <pc:sldMk cId="1519756176" sldId="290"/>
            <ac:spMk id="52" creationId="{2C63E612-4A7D-42BE-BCF1-F9562F9D189D}"/>
          </ac:spMkLst>
        </pc:spChg>
        <pc:spChg chg="mod">
          <ac:chgData name="Sebastian Broers" userId="c3680e268fc62312" providerId="LiveId" clId="{6A9F4A06-4B04-4102-92D7-FE630C467DD4}" dt="2021-05-06T09:28:45.906" v="1200" actId="20578"/>
          <ac:spMkLst>
            <pc:docMk/>
            <pc:sldMk cId="1519756176" sldId="290"/>
            <ac:spMk id="53" creationId="{33AD0F0D-D3FC-4B54-997D-DB95C8C977F6}"/>
          </ac:spMkLst>
        </pc:spChg>
        <pc:spChg chg="mod">
          <ac:chgData name="Sebastian Broers" userId="c3680e268fc62312" providerId="LiveId" clId="{6A9F4A06-4B04-4102-92D7-FE630C467DD4}" dt="2021-05-06T09:29:03.079" v="1203"/>
          <ac:spMkLst>
            <pc:docMk/>
            <pc:sldMk cId="1519756176" sldId="290"/>
            <ac:spMk id="57" creationId="{7E46C389-4D30-49A7-AA09-90373BC11473}"/>
          </ac:spMkLst>
        </pc:spChg>
        <pc:spChg chg="mod">
          <ac:chgData name="Sebastian Broers" userId="c3680e268fc62312" providerId="LiveId" clId="{6A9F4A06-4B04-4102-92D7-FE630C467DD4}" dt="2021-05-06T09:29:03.079" v="1203"/>
          <ac:spMkLst>
            <pc:docMk/>
            <pc:sldMk cId="1519756176" sldId="290"/>
            <ac:spMk id="58" creationId="{F4073C73-D692-457B-9DF7-E00BA1A260B3}"/>
          </ac:spMkLst>
        </pc:spChg>
        <pc:spChg chg="mod">
          <ac:chgData name="Sebastian Broers" userId="c3680e268fc62312" providerId="LiveId" clId="{6A9F4A06-4B04-4102-92D7-FE630C467DD4}" dt="2021-05-06T09:29:03.079" v="1203"/>
          <ac:spMkLst>
            <pc:docMk/>
            <pc:sldMk cId="1519756176" sldId="290"/>
            <ac:spMk id="60" creationId="{068C0ADE-427C-4AFE-9C8B-C1F57E88FD81}"/>
          </ac:spMkLst>
        </pc:spChg>
        <pc:spChg chg="mod">
          <ac:chgData name="Sebastian Broers" userId="c3680e268fc62312" providerId="LiveId" clId="{6A9F4A06-4B04-4102-92D7-FE630C467DD4}" dt="2021-05-06T09:29:03.079" v="1203"/>
          <ac:spMkLst>
            <pc:docMk/>
            <pc:sldMk cId="1519756176" sldId="290"/>
            <ac:spMk id="61" creationId="{F244A09C-6896-47FA-8604-6C38C583A03C}"/>
          </ac:spMkLst>
        </pc:spChg>
        <pc:spChg chg="mod">
          <ac:chgData name="Sebastian Broers" userId="c3680e268fc62312" providerId="LiveId" clId="{6A9F4A06-4B04-4102-92D7-FE630C467DD4}" dt="2021-05-06T09:29:03.079" v="1203"/>
          <ac:spMkLst>
            <pc:docMk/>
            <pc:sldMk cId="1519756176" sldId="290"/>
            <ac:spMk id="62" creationId="{D5DAFEC2-1964-4585-934A-543824BBB1BF}"/>
          </ac:spMkLst>
        </pc:spChg>
        <pc:spChg chg="mod">
          <ac:chgData name="Sebastian Broers" userId="c3680e268fc62312" providerId="LiveId" clId="{6A9F4A06-4B04-4102-92D7-FE630C467DD4}" dt="2021-05-06T09:29:03.079" v="1203"/>
          <ac:spMkLst>
            <pc:docMk/>
            <pc:sldMk cId="1519756176" sldId="290"/>
            <ac:spMk id="63" creationId="{DEB7078A-2712-40CF-BD76-2E8FBF8A3541}"/>
          </ac:spMkLst>
        </pc:spChg>
        <pc:spChg chg="mod">
          <ac:chgData name="Sebastian Broers" userId="c3680e268fc62312" providerId="LiveId" clId="{6A9F4A06-4B04-4102-92D7-FE630C467DD4}" dt="2021-05-06T09:29:03.079" v="1203"/>
          <ac:spMkLst>
            <pc:docMk/>
            <pc:sldMk cId="1519756176" sldId="290"/>
            <ac:spMk id="64" creationId="{69C66422-962C-4694-8825-31397E14BD4A}"/>
          </ac:spMkLst>
        </pc:spChg>
        <pc:spChg chg="mod">
          <ac:chgData name="Sebastian Broers" userId="c3680e268fc62312" providerId="LiveId" clId="{6A9F4A06-4B04-4102-92D7-FE630C467DD4}" dt="2021-05-06T09:29:03.079" v="1203"/>
          <ac:spMkLst>
            <pc:docMk/>
            <pc:sldMk cId="1519756176" sldId="290"/>
            <ac:spMk id="65" creationId="{FD2840A3-F4BD-4FA7-8101-B8D78D9BBCF3}"/>
          </ac:spMkLst>
        </pc:spChg>
        <pc:spChg chg="mod">
          <ac:chgData name="Sebastian Broers" userId="c3680e268fc62312" providerId="LiveId" clId="{6A9F4A06-4B04-4102-92D7-FE630C467DD4}" dt="2021-05-06T09:29:03.079" v="1203"/>
          <ac:spMkLst>
            <pc:docMk/>
            <pc:sldMk cId="1519756176" sldId="290"/>
            <ac:spMk id="66" creationId="{3BCC9611-D20F-41C4-8DA2-3A3ECC8F13D4}"/>
          </ac:spMkLst>
        </pc:spChg>
        <pc:spChg chg="mod">
          <ac:chgData name="Sebastian Broers" userId="c3680e268fc62312" providerId="LiveId" clId="{6A9F4A06-4B04-4102-92D7-FE630C467DD4}" dt="2021-05-06T09:29:03.079" v="1203"/>
          <ac:spMkLst>
            <pc:docMk/>
            <pc:sldMk cId="1519756176" sldId="290"/>
            <ac:spMk id="67" creationId="{774C12C5-B09D-4B2C-9E4A-85C83E5F3103}"/>
          </ac:spMkLst>
        </pc:spChg>
        <pc:spChg chg="mod">
          <ac:chgData name="Sebastian Broers" userId="c3680e268fc62312" providerId="LiveId" clId="{6A9F4A06-4B04-4102-92D7-FE630C467DD4}" dt="2021-05-06T09:29:03.079" v="1203"/>
          <ac:spMkLst>
            <pc:docMk/>
            <pc:sldMk cId="1519756176" sldId="290"/>
            <ac:spMk id="68" creationId="{E855B325-20BC-4614-BEDC-6554F0FB367E}"/>
          </ac:spMkLst>
        </pc:spChg>
        <pc:spChg chg="mod">
          <ac:chgData name="Sebastian Broers" userId="c3680e268fc62312" providerId="LiveId" clId="{6A9F4A06-4B04-4102-92D7-FE630C467DD4}" dt="2021-05-06T09:29:03.079" v="1203"/>
          <ac:spMkLst>
            <pc:docMk/>
            <pc:sldMk cId="1519756176" sldId="290"/>
            <ac:spMk id="69" creationId="{AA76F5E5-96E6-4FA2-964F-71F11B4DB67A}"/>
          </ac:spMkLst>
        </pc:spChg>
        <pc:spChg chg="mod">
          <ac:chgData name="Sebastian Broers" userId="c3680e268fc62312" providerId="LiveId" clId="{6A9F4A06-4B04-4102-92D7-FE630C467DD4}" dt="2021-05-06T09:29:03.079" v="1203"/>
          <ac:spMkLst>
            <pc:docMk/>
            <pc:sldMk cId="1519756176" sldId="290"/>
            <ac:spMk id="70" creationId="{EECBD781-0653-4F45-AACE-6F15C259FF6D}"/>
          </ac:spMkLst>
        </pc:spChg>
        <pc:spChg chg="mod">
          <ac:chgData name="Sebastian Broers" userId="c3680e268fc62312" providerId="LiveId" clId="{6A9F4A06-4B04-4102-92D7-FE630C467DD4}" dt="2021-05-06T09:29:03.079" v="1203"/>
          <ac:spMkLst>
            <pc:docMk/>
            <pc:sldMk cId="1519756176" sldId="290"/>
            <ac:spMk id="71" creationId="{2FB9BA36-53A4-4771-9E1B-F7416C3F25BD}"/>
          </ac:spMkLst>
        </pc:spChg>
        <pc:spChg chg="mod">
          <ac:chgData name="Sebastian Broers" userId="c3680e268fc62312" providerId="LiveId" clId="{6A9F4A06-4B04-4102-92D7-FE630C467DD4}" dt="2021-05-06T09:29:03.079" v="1203"/>
          <ac:spMkLst>
            <pc:docMk/>
            <pc:sldMk cId="1519756176" sldId="290"/>
            <ac:spMk id="72" creationId="{E4447B90-D776-4A33-A8A0-440D874DBA99}"/>
          </ac:spMkLst>
        </pc:spChg>
        <pc:grpChg chg="add mod">
          <ac:chgData name="Sebastian Broers" userId="c3680e268fc62312" providerId="LiveId" clId="{6A9F4A06-4B04-4102-92D7-FE630C467DD4}" dt="2021-05-06T09:30:57.736" v="1258" actId="339"/>
          <ac:grpSpMkLst>
            <pc:docMk/>
            <pc:sldMk cId="1519756176" sldId="290"/>
            <ac:grpSpMk id="21" creationId="{DD923728-8BAA-4AF0-BDD2-50BF31934475}"/>
          </ac:grpSpMkLst>
        </pc:grpChg>
        <pc:grpChg chg="mod">
          <ac:chgData name="Sebastian Broers" userId="c3680e268fc62312" providerId="LiveId" clId="{6A9F4A06-4B04-4102-92D7-FE630C467DD4}" dt="2021-05-06T09:28:45.906" v="1200" actId="20578"/>
          <ac:grpSpMkLst>
            <pc:docMk/>
            <pc:sldMk cId="1519756176" sldId="290"/>
            <ac:grpSpMk id="22" creationId="{EDE7312B-A4A3-41D6-9B7D-EB309E7969D2}"/>
          </ac:grpSpMkLst>
        </pc:grpChg>
        <pc:grpChg chg="mod">
          <ac:chgData name="Sebastian Broers" userId="c3680e268fc62312" providerId="LiveId" clId="{6A9F4A06-4B04-4102-92D7-FE630C467DD4}" dt="2021-05-06T09:28:45.906" v="1200" actId="20578"/>
          <ac:grpSpMkLst>
            <pc:docMk/>
            <pc:sldMk cId="1519756176" sldId="290"/>
            <ac:grpSpMk id="23" creationId="{103AA88E-34EC-4DEE-87B7-55630CEB8126}"/>
          </ac:grpSpMkLst>
        </pc:grpChg>
        <pc:grpChg chg="del">
          <ac:chgData name="Sebastian Broers" userId="c3680e268fc62312" providerId="LiveId" clId="{6A9F4A06-4B04-4102-92D7-FE630C467DD4}" dt="2021-05-06T09:28:34" v="1197" actId="478"/>
          <ac:grpSpMkLst>
            <pc:docMk/>
            <pc:sldMk cId="1519756176" sldId="290"/>
            <ac:grpSpMk id="26" creationId="{2F1C34F9-B408-4630-8DE4-F6331FBA5B22}"/>
          </ac:grpSpMkLst>
        </pc:grpChg>
        <pc:grpChg chg="mod">
          <ac:chgData name="Sebastian Broers" userId="c3680e268fc62312" providerId="LiveId" clId="{6A9F4A06-4B04-4102-92D7-FE630C467DD4}" dt="2021-05-06T09:28:45.906" v="1200" actId="20578"/>
          <ac:grpSpMkLst>
            <pc:docMk/>
            <pc:sldMk cId="1519756176" sldId="290"/>
            <ac:grpSpMk id="40" creationId="{7CA2D6A5-DF80-4655-ADF3-771AD71BBF29}"/>
          </ac:grpSpMkLst>
        </pc:grpChg>
        <pc:grpChg chg="add del mod">
          <ac:chgData name="Sebastian Broers" userId="c3680e268fc62312" providerId="LiveId" clId="{6A9F4A06-4B04-4102-92D7-FE630C467DD4}" dt="2021-05-06T09:29:05.046" v="1204"/>
          <ac:grpSpMkLst>
            <pc:docMk/>
            <pc:sldMk cId="1519756176" sldId="290"/>
            <ac:grpSpMk id="54" creationId="{B2C5C996-7952-44A2-8B85-5499AD95D6DD}"/>
          </ac:grpSpMkLst>
        </pc:grpChg>
        <pc:grpChg chg="mod">
          <ac:chgData name="Sebastian Broers" userId="c3680e268fc62312" providerId="LiveId" clId="{6A9F4A06-4B04-4102-92D7-FE630C467DD4}" dt="2021-05-06T09:29:03.079" v="1203"/>
          <ac:grpSpMkLst>
            <pc:docMk/>
            <pc:sldMk cId="1519756176" sldId="290"/>
            <ac:grpSpMk id="55" creationId="{D75F95CB-0270-4201-9223-148F1D02B4DB}"/>
          </ac:grpSpMkLst>
        </pc:grpChg>
        <pc:grpChg chg="mod">
          <ac:chgData name="Sebastian Broers" userId="c3680e268fc62312" providerId="LiveId" clId="{6A9F4A06-4B04-4102-92D7-FE630C467DD4}" dt="2021-05-06T09:29:03.079" v="1203"/>
          <ac:grpSpMkLst>
            <pc:docMk/>
            <pc:sldMk cId="1519756176" sldId="290"/>
            <ac:grpSpMk id="56" creationId="{CA9484D8-B05A-457C-91EE-3D37C06900E5}"/>
          </ac:grpSpMkLst>
        </pc:grpChg>
        <pc:grpChg chg="mod">
          <ac:chgData name="Sebastian Broers" userId="c3680e268fc62312" providerId="LiveId" clId="{6A9F4A06-4B04-4102-92D7-FE630C467DD4}" dt="2021-05-06T09:29:03.079" v="1203"/>
          <ac:grpSpMkLst>
            <pc:docMk/>
            <pc:sldMk cId="1519756176" sldId="290"/>
            <ac:grpSpMk id="59" creationId="{BD0ECC9B-1A21-4E9F-90FF-8880F9D6DA7B}"/>
          </ac:grpSpMkLst>
        </pc:grpChg>
      </pc:sldChg>
      <pc:sldChg chg="modSp add mod modNotesTx">
        <pc:chgData name="Sebastian Broers" userId="c3680e268fc62312" providerId="LiveId" clId="{6A9F4A06-4B04-4102-92D7-FE630C467DD4}" dt="2021-05-06T11:26:51.543" v="2050" actId="20577"/>
        <pc:sldMkLst>
          <pc:docMk/>
          <pc:sldMk cId="1059367506" sldId="291"/>
        </pc:sldMkLst>
        <pc:spChg chg="mod">
          <ac:chgData name="Sebastian Broers" userId="c3680e268fc62312" providerId="LiveId" clId="{6A9F4A06-4B04-4102-92D7-FE630C467DD4}" dt="2021-05-06T10:32:26.462" v="1964" actId="20577"/>
          <ac:spMkLst>
            <pc:docMk/>
            <pc:sldMk cId="1059367506" sldId="291"/>
            <ac:spMk id="7" creationId="{EB6A9863-A1CD-447C-B1DA-1617A99AC1AD}"/>
          </ac:spMkLst>
        </pc:spChg>
        <pc:spChg chg="mod">
          <ac:chgData name="Sebastian Broers" userId="c3680e268fc62312" providerId="LiveId" clId="{6A9F4A06-4B04-4102-92D7-FE630C467DD4}" dt="2021-05-06T11:26:51.543" v="2050" actId="20577"/>
          <ac:spMkLst>
            <pc:docMk/>
            <pc:sldMk cId="1059367506" sldId="291"/>
            <ac:spMk id="11" creationId="{00000000-0000-0000-0000-000000000000}"/>
          </ac:spMkLst>
        </pc:spChg>
        <pc:spChg chg="mod">
          <ac:chgData name="Sebastian Broers" userId="c3680e268fc62312" providerId="LiveId" clId="{6A9F4A06-4B04-4102-92D7-FE630C467DD4}" dt="2021-05-06T10:32:49.390" v="1966" actId="20577"/>
          <ac:spMkLst>
            <pc:docMk/>
            <pc:sldMk cId="1059367506" sldId="291"/>
            <ac:spMk id="13" creationId="{00000000-0000-0000-0000-000000000000}"/>
          </ac:spMkLst>
        </pc:spChg>
      </pc:sldChg>
      <pc:sldChg chg="modSp add mod modNotesTx">
        <pc:chgData name="Sebastian Broers" userId="c3680e268fc62312" providerId="LiveId" clId="{6A9F4A06-4B04-4102-92D7-FE630C467DD4}" dt="2021-05-06T11:27:10.908" v="2058" actId="20577"/>
        <pc:sldMkLst>
          <pc:docMk/>
          <pc:sldMk cId="502501965" sldId="292"/>
        </pc:sldMkLst>
        <pc:spChg chg="mod">
          <ac:chgData name="Sebastian Broers" userId="c3680e268fc62312" providerId="LiveId" clId="{6A9F4A06-4B04-4102-92D7-FE630C467DD4}" dt="2021-05-06T09:52:06.245" v="1638" actId="1076"/>
          <ac:spMkLst>
            <pc:docMk/>
            <pc:sldMk cId="502501965" sldId="292"/>
            <ac:spMk id="7" creationId="{EB6A9863-A1CD-447C-B1DA-1617A99AC1AD}"/>
          </ac:spMkLst>
        </pc:spChg>
        <pc:spChg chg="mod">
          <ac:chgData name="Sebastian Broers" userId="c3680e268fc62312" providerId="LiveId" clId="{6A9F4A06-4B04-4102-92D7-FE630C467DD4}" dt="2021-05-06T11:27:10.908" v="2058" actId="20577"/>
          <ac:spMkLst>
            <pc:docMk/>
            <pc:sldMk cId="502501965" sldId="292"/>
            <ac:spMk id="11" creationId="{00000000-0000-0000-0000-000000000000}"/>
          </ac:spMkLst>
        </pc:spChg>
        <pc:spChg chg="mod">
          <ac:chgData name="Sebastian Broers" userId="c3680e268fc62312" providerId="LiveId" clId="{6A9F4A06-4B04-4102-92D7-FE630C467DD4}" dt="2021-05-06T09:54:37.898" v="1698" actId="403"/>
          <ac:spMkLst>
            <pc:docMk/>
            <pc:sldMk cId="502501965" sldId="292"/>
            <ac:spMk id="13" creationId="{00000000-0000-0000-0000-000000000000}"/>
          </ac:spMkLst>
        </pc:spChg>
      </pc:sldChg>
      <pc:sldChg chg="modSp add mod ord">
        <pc:chgData name="Sebastian Broers" userId="c3680e268fc62312" providerId="LiveId" clId="{6A9F4A06-4B04-4102-92D7-FE630C467DD4}" dt="2021-05-06T11:26:53.464" v="2051" actId="20577"/>
        <pc:sldMkLst>
          <pc:docMk/>
          <pc:sldMk cId="973243372" sldId="293"/>
        </pc:sldMkLst>
        <pc:spChg chg="mod">
          <ac:chgData name="Sebastian Broers" userId="c3680e268fc62312" providerId="LiveId" clId="{6A9F4A06-4B04-4102-92D7-FE630C467DD4}" dt="2021-05-06T11:26:53.464" v="2051" actId="20577"/>
          <ac:spMkLst>
            <pc:docMk/>
            <pc:sldMk cId="973243372" sldId="293"/>
            <ac:spMk id="11" creationId="{00000000-0000-0000-0000-000000000000}"/>
          </ac:spMkLst>
        </pc:spChg>
      </pc:sldChg>
      <pc:sldChg chg="modSp add mod modNotesTx">
        <pc:chgData name="Sebastian Broers" userId="c3680e268fc62312" providerId="LiveId" clId="{6A9F4A06-4B04-4102-92D7-FE630C467DD4}" dt="2021-05-06T11:26:56.043" v="2052" actId="20577"/>
        <pc:sldMkLst>
          <pc:docMk/>
          <pc:sldMk cId="2705716624" sldId="294"/>
        </pc:sldMkLst>
        <pc:spChg chg="mod">
          <ac:chgData name="Sebastian Broers" userId="c3680e268fc62312" providerId="LiveId" clId="{6A9F4A06-4B04-4102-92D7-FE630C467DD4}" dt="2021-05-06T09:56:10.237" v="1709" actId="113"/>
          <ac:spMkLst>
            <pc:docMk/>
            <pc:sldMk cId="2705716624" sldId="294"/>
            <ac:spMk id="7" creationId="{EB6A9863-A1CD-447C-B1DA-1617A99AC1AD}"/>
          </ac:spMkLst>
        </pc:spChg>
        <pc:spChg chg="mod">
          <ac:chgData name="Sebastian Broers" userId="c3680e268fc62312" providerId="LiveId" clId="{6A9F4A06-4B04-4102-92D7-FE630C467DD4}" dt="2021-05-06T11:26:56.043" v="2052" actId="20577"/>
          <ac:spMkLst>
            <pc:docMk/>
            <pc:sldMk cId="2705716624" sldId="294"/>
            <ac:spMk id="11" creationId="{00000000-0000-0000-0000-000000000000}"/>
          </ac:spMkLst>
        </pc:spChg>
        <pc:spChg chg="mod">
          <ac:chgData name="Sebastian Broers" userId="c3680e268fc62312" providerId="LiveId" clId="{6A9F4A06-4B04-4102-92D7-FE630C467DD4}" dt="2021-05-06T09:56:26.484" v="1719" actId="20577"/>
          <ac:spMkLst>
            <pc:docMk/>
            <pc:sldMk cId="2705716624" sldId="294"/>
            <ac:spMk id="13" creationId="{00000000-0000-0000-0000-000000000000}"/>
          </ac:spMkLst>
        </pc:spChg>
      </pc:sldChg>
      <pc:sldChg chg="modSp add mod">
        <pc:chgData name="Sebastian Broers" userId="c3680e268fc62312" providerId="LiveId" clId="{6A9F4A06-4B04-4102-92D7-FE630C467DD4}" dt="2021-05-06T11:26:59.512" v="2053" actId="20577"/>
        <pc:sldMkLst>
          <pc:docMk/>
          <pc:sldMk cId="1243754894" sldId="295"/>
        </pc:sldMkLst>
        <pc:spChg chg="mod">
          <ac:chgData name="Sebastian Broers" userId="c3680e268fc62312" providerId="LiveId" clId="{6A9F4A06-4B04-4102-92D7-FE630C467DD4}" dt="2021-05-06T11:26:59.512" v="2053" actId="20577"/>
          <ac:spMkLst>
            <pc:docMk/>
            <pc:sldMk cId="1243754894" sldId="295"/>
            <ac:spMk id="11" creationId="{00000000-0000-0000-0000-000000000000}"/>
          </ac:spMkLst>
        </pc:spChg>
        <pc:spChg chg="mod">
          <ac:chgData name="Sebastian Broers" userId="c3680e268fc62312" providerId="LiveId" clId="{6A9F4A06-4B04-4102-92D7-FE630C467DD4}" dt="2021-05-06T10:07:07.153" v="1951" actId="12"/>
          <ac:spMkLst>
            <pc:docMk/>
            <pc:sldMk cId="1243754894" sldId="295"/>
            <ac:spMk id="13" creationId="{00000000-0000-0000-0000-000000000000}"/>
          </ac:spMkLst>
        </pc:spChg>
      </pc:sldChg>
      <pc:sldChg chg="modSp add mod ord modNotesTx">
        <pc:chgData name="Sebastian Broers" userId="c3680e268fc62312" providerId="LiveId" clId="{6A9F4A06-4B04-4102-92D7-FE630C467DD4}" dt="2021-05-06T11:27:01.388" v="2054" actId="20577"/>
        <pc:sldMkLst>
          <pc:docMk/>
          <pc:sldMk cId="3879258026" sldId="296"/>
        </pc:sldMkLst>
        <pc:spChg chg="mod">
          <ac:chgData name="Sebastian Broers" userId="c3680e268fc62312" providerId="LiveId" clId="{6A9F4A06-4B04-4102-92D7-FE630C467DD4}" dt="2021-05-06T09:59:15.345" v="1731"/>
          <ac:spMkLst>
            <pc:docMk/>
            <pc:sldMk cId="3879258026" sldId="296"/>
            <ac:spMk id="7" creationId="{EB6A9863-A1CD-447C-B1DA-1617A99AC1AD}"/>
          </ac:spMkLst>
        </pc:spChg>
        <pc:spChg chg="mod">
          <ac:chgData name="Sebastian Broers" userId="c3680e268fc62312" providerId="LiveId" clId="{6A9F4A06-4B04-4102-92D7-FE630C467DD4}" dt="2021-05-06T11:27:01.388" v="2054" actId="20577"/>
          <ac:spMkLst>
            <pc:docMk/>
            <pc:sldMk cId="3879258026" sldId="296"/>
            <ac:spMk id="11" creationId="{00000000-0000-0000-0000-000000000000}"/>
          </ac:spMkLst>
        </pc:spChg>
        <pc:spChg chg="mod">
          <ac:chgData name="Sebastian Broers" userId="c3680e268fc62312" providerId="LiveId" clId="{6A9F4A06-4B04-4102-92D7-FE630C467DD4}" dt="2021-05-06T10:05:42.221" v="1926" actId="20577"/>
          <ac:spMkLst>
            <pc:docMk/>
            <pc:sldMk cId="3879258026" sldId="296"/>
            <ac:spMk id="13" creationId="{00000000-0000-0000-0000-000000000000}"/>
          </ac:spMkLst>
        </pc:spChg>
      </pc:sldChg>
      <pc:sldChg chg="modSp add mod modNotesTx">
        <pc:chgData name="Sebastian Broers" userId="c3680e268fc62312" providerId="LiveId" clId="{6A9F4A06-4B04-4102-92D7-FE630C467DD4}" dt="2021-05-06T11:27:03.689" v="2055" actId="20577"/>
        <pc:sldMkLst>
          <pc:docMk/>
          <pc:sldMk cId="4097110779" sldId="297"/>
        </pc:sldMkLst>
        <pc:spChg chg="mod">
          <ac:chgData name="Sebastian Broers" userId="c3680e268fc62312" providerId="LiveId" clId="{6A9F4A06-4B04-4102-92D7-FE630C467DD4}" dt="2021-05-06T11:27:03.689" v="2055" actId="20577"/>
          <ac:spMkLst>
            <pc:docMk/>
            <pc:sldMk cId="4097110779" sldId="297"/>
            <ac:spMk id="11" creationId="{00000000-0000-0000-0000-000000000000}"/>
          </ac:spMkLst>
        </pc:spChg>
        <pc:spChg chg="mod">
          <ac:chgData name="Sebastian Broers" userId="c3680e268fc62312" providerId="LiveId" clId="{6A9F4A06-4B04-4102-92D7-FE630C467DD4}" dt="2021-05-06T10:06:50.605" v="1940" actId="12"/>
          <ac:spMkLst>
            <pc:docMk/>
            <pc:sldMk cId="4097110779" sldId="297"/>
            <ac:spMk id="13" creationId="{00000000-0000-0000-0000-000000000000}"/>
          </ac:spMkLst>
        </pc:spChg>
      </pc:sldChg>
      <pc:sldChg chg="modSp add mod modNotesTx">
        <pc:chgData name="Sebastian Broers" userId="c3680e268fc62312" providerId="LiveId" clId="{6A9F4A06-4B04-4102-92D7-FE630C467DD4}" dt="2021-05-06T11:27:06.877" v="2056" actId="20577"/>
        <pc:sldMkLst>
          <pc:docMk/>
          <pc:sldMk cId="2095541260" sldId="298"/>
        </pc:sldMkLst>
        <pc:spChg chg="mod">
          <ac:chgData name="Sebastian Broers" userId="c3680e268fc62312" providerId="LiveId" clId="{6A9F4A06-4B04-4102-92D7-FE630C467DD4}" dt="2021-05-06T11:17:25.652" v="1995" actId="20577"/>
          <ac:spMkLst>
            <pc:docMk/>
            <pc:sldMk cId="2095541260" sldId="298"/>
            <ac:spMk id="7" creationId="{EB6A9863-A1CD-447C-B1DA-1617A99AC1AD}"/>
          </ac:spMkLst>
        </pc:spChg>
        <pc:spChg chg="mod">
          <ac:chgData name="Sebastian Broers" userId="c3680e268fc62312" providerId="LiveId" clId="{6A9F4A06-4B04-4102-92D7-FE630C467DD4}" dt="2021-05-06T11:27:06.877" v="2056" actId="20577"/>
          <ac:spMkLst>
            <pc:docMk/>
            <pc:sldMk cId="2095541260" sldId="298"/>
            <ac:spMk id="11" creationId="{00000000-0000-0000-0000-000000000000}"/>
          </ac:spMkLst>
        </pc:spChg>
        <pc:spChg chg="mod">
          <ac:chgData name="Sebastian Broers" userId="c3680e268fc62312" providerId="LiveId" clId="{6A9F4A06-4B04-4102-92D7-FE630C467DD4}" dt="2021-05-06T11:18:42.723" v="2039" actId="12"/>
          <ac:spMkLst>
            <pc:docMk/>
            <pc:sldMk cId="2095541260" sldId="298"/>
            <ac:spMk id="13" creationId="{00000000-0000-0000-0000-000000000000}"/>
          </ac:spMkLst>
        </pc:spChg>
      </pc:sldChg>
      <pc:sldChg chg="modSp add mod modNotesTx">
        <pc:chgData name="Sebastian Broers" userId="c3680e268fc62312" providerId="LiveId" clId="{6A9F4A06-4B04-4102-92D7-FE630C467DD4}" dt="2021-05-06T11:27:08.777" v="2057" actId="20577"/>
        <pc:sldMkLst>
          <pc:docMk/>
          <pc:sldMk cId="2427781423" sldId="299"/>
        </pc:sldMkLst>
        <pc:spChg chg="mod">
          <ac:chgData name="Sebastian Broers" userId="c3680e268fc62312" providerId="LiveId" clId="{6A9F4A06-4B04-4102-92D7-FE630C467DD4}" dt="2021-05-06T11:17:46.724" v="2006" actId="20577"/>
          <ac:spMkLst>
            <pc:docMk/>
            <pc:sldMk cId="2427781423" sldId="299"/>
            <ac:spMk id="7" creationId="{EB6A9863-A1CD-447C-B1DA-1617A99AC1AD}"/>
          </ac:spMkLst>
        </pc:spChg>
        <pc:spChg chg="mod">
          <ac:chgData name="Sebastian Broers" userId="c3680e268fc62312" providerId="LiveId" clId="{6A9F4A06-4B04-4102-92D7-FE630C467DD4}" dt="2021-05-06T11:27:08.777" v="2057" actId="20577"/>
          <ac:spMkLst>
            <pc:docMk/>
            <pc:sldMk cId="2427781423" sldId="299"/>
            <ac:spMk id="11" creationId="{00000000-0000-0000-0000-000000000000}"/>
          </ac:spMkLst>
        </pc:spChg>
        <pc:spChg chg="mod">
          <ac:chgData name="Sebastian Broers" userId="c3680e268fc62312" providerId="LiveId" clId="{6A9F4A06-4B04-4102-92D7-FE630C467DD4}" dt="2021-05-06T11:19:13.384" v="2045" actId="20577"/>
          <ac:spMkLst>
            <pc:docMk/>
            <pc:sldMk cId="2427781423" sldId="299"/>
            <ac:spMk id="13" creationId="{00000000-0000-0000-0000-000000000000}"/>
          </ac:spMkLst>
        </pc:spChg>
      </pc:sldChg>
    </pc:docChg>
  </pc:docChgLst>
  <pc:docChgLst>
    <pc:chgData name="Maurizio Centineo" userId="S::maurizio.centineo@wbstraining.de::8d0a164e-abf3-4069-92a6-9d46c479dd24" providerId="AD" clId="Web-{262823C1-BF5F-6904-2668-58B44D353CD9}"/>
    <pc:docChg chg="modSld">
      <pc:chgData name="Maurizio Centineo" userId="S::maurizio.centineo@wbstraining.de::8d0a164e-abf3-4069-92a6-9d46c479dd24" providerId="AD" clId="Web-{262823C1-BF5F-6904-2668-58B44D353CD9}" dt="2024-02-12T09:12:16.038" v="4" actId="20577"/>
      <pc:docMkLst>
        <pc:docMk/>
      </pc:docMkLst>
      <pc:sldChg chg="modSp">
        <pc:chgData name="Maurizio Centineo" userId="S::maurizio.centineo@wbstraining.de::8d0a164e-abf3-4069-92a6-9d46c479dd24" providerId="AD" clId="Web-{262823C1-BF5F-6904-2668-58B44D353CD9}" dt="2024-02-12T09:12:16.038" v="4" actId="20577"/>
        <pc:sldMkLst>
          <pc:docMk/>
          <pc:sldMk cId="3567295925" sldId="306"/>
        </pc:sldMkLst>
        <pc:spChg chg="mod">
          <ac:chgData name="Maurizio Centineo" userId="S::maurizio.centineo@wbstraining.de::8d0a164e-abf3-4069-92a6-9d46c479dd24" providerId="AD" clId="Web-{262823C1-BF5F-6904-2668-58B44D353CD9}" dt="2024-02-12T09:12:16.038" v="4" actId="20577"/>
          <ac:spMkLst>
            <pc:docMk/>
            <pc:sldMk cId="3567295925" sldId="306"/>
            <ac:spMk id="13" creationId="{00000000-0000-0000-0000-000000000000}"/>
          </ac:spMkLst>
        </pc:spChg>
      </pc:sldChg>
    </pc:docChg>
  </pc:docChgLst>
  <pc:docChgLst>
    <pc:chgData name="Sebastian Broers" userId="c3680e268fc62312" providerId="LiveId" clId="{D2CCA96C-0D63-EC4F-86DE-29717567A0A9}"/>
    <pc:docChg chg="undo custSel modSld">
      <pc:chgData name="Sebastian Broers" userId="c3680e268fc62312" providerId="LiveId" clId="{D2CCA96C-0D63-EC4F-86DE-29717567A0A9}" dt="2022-01-13T06:22:54.265" v="92" actId="20577"/>
      <pc:docMkLst>
        <pc:docMk/>
      </pc:docMkLst>
      <pc:sldChg chg="addSp delSp modSp mod chgLayout">
        <pc:chgData name="Sebastian Broers" userId="c3680e268fc62312" providerId="LiveId" clId="{D2CCA96C-0D63-EC4F-86DE-29717567A0A9}" dt="2022-01-13T06:17:16.157" v="33" actId="113"/>
        <pc:sldMkLst>
          <pc:docMk/>
          <pc:sldMk cId="1545939387" sldId="262"/>
        </pc:sldMkLst>
        <pc:spChg chg="mod ord">
          <ac:chgData name="Sebastian Broers" userId="c3680e268fc62312" providerId="LiveId" clId="{D2CCA96C-0D63-EC4F-86DE-29717567A0A9}" dt="2022-01-07T14:38:21.396" v="9" actId="6264"/>
          <ac:spMkLst>
            <pc:docMk/>
            <pc:sldMk cId="1545939387" sldId="262"/>
            <ac:spMk id="2" creationId="{00000000-0000-0000-0000-000000000000}"/>
          </ac:spMkLst>
        </pc:spChg>
        <pc:spChg chg="add del mod">
          <ac:chgData name="Sebastian Broers" userId="c3680e268fc62312" providerId="LiveId" clId="{D2CCA96C-0D63-EC4F-86DE-29717567A0A9}" dt="2022-01-07T14:38:21.396" v="9" actId="6264"/>
          <ac:spMkLst>
            <pc:docMk/>
            <pc:sldMk cId="1545939387" sldId="262"/>
            <ac:spMk id="3" creationId="{C7D01F7F-3FAE-1B4C-A2C5-A4B04429ABA1}"/>
          </ac:spMkLst>
        </pc:spChg>
        <pc:spChg chg="mod ord">
          <ac:chgData name="Sebastian Broers" userId="c3680e268fc62312" providerId="LiveId" clId="{D2CCA96C-0D63-EC4F-86DE-29717567A0A9}" dt="2022-01-07T14:38:21.396" v="9" actId="6264"/>
          <ac:spMkLst>
            <pc:docMk/>
            <pc:sldMk cId="1545939387" sldId="262"/>
            <ac:spMk id="4" creationId="{00000000-0000-0000-0000-000000000000}"/>
          </ac:spMkLst>
        </pc:spChg>
        <pc:spChg chg="add del mod">
          <ac:chgData name="Sebastian Broers" userId="c3680e268fc62312" providerId="LiveId" clId="{D2CCA96C-0D63-EC4F-86DE-29717567A0A9}" dt="2022-01-07T14:38:21.396" v="9" actId="6264"/>
          <ac:spMkLst>
            <pc:docMk/>
            <pc:sldMk cId="1545939387" sldId="262"/>
            <ac:spMk id="5" creationId="{CF1FDF3C-4EBF-8A42-8C06-35B6172F074A}"/>
          </ac:spMkLst>
        </pc:spChg>
        <pc:spChg chg="add del mod">
          <ac:chgData name="Sebastian Broers" userId="c3680e268fc62312" providerId="LiveId" clId="{D2CCA96C-0D63-EC4F-86DE-29717567A0A9}" dt="2022-01-07T14:38:21.396" v="9" actId="6264"/>
          <ac:spMkLst>
            <pc:docMk/>
            <pc:sldMk cId="1545939387" sldId="262"/>
            <ac:spMk id="6" creationId="{3567762B-C452-494A-B0CF-DEB3CC33BEE7}"/>
          </ac:spMkLst>
        </pc:spChg>
        <pc:spChg chg="add del mod">
          <ac:chgData name="Sebastian Broers" userId="c3680e268fc62312" providerId="LiveId" clId="{D2CCA96C-0D63-EC4F-86DE-29717567A0A9}" dt="2022-01-07T14:38:21.396" v="9" actId="6264"/>
          <ac:spMkLst>
            <pc:docMk/>
            <pc:sldMk cId="1545939387" sldId="262"/>
            <ac:spMk id="7" creationId="{AF2DCCF9-A25F-9A4D-B85A-F085C4996CE1}"/>
          </ac:spMkLst>
        </pc:spChg>
        <pc:spChg chg="mod ord">
          <ac:chgData name="Sebastian Broers" userId="c3680e268fc62312" providerId="LiveId" clId="{D2CCA96C-0D63-EC4F-86DE-29717567A0A9}" dt="2022-01-07T14:38:26.139" v="10" actId="255"/>
          <ac:spMkLst>
            <pc:docMk/>
            <pc:sldMk cId="1545939387" sldId="262"/>
            <ac:spMk id="8" creationId="{00000000-0000-0000-0000-000000000000}"/>
          </ac:spMkLst>
        </pc:spChg>
        <pc:spChg chg="mod ord">
          <ac:chgData name="Sebastian Broers" userId="c3680e268fc62312" providerId="LiveId" clId="{D2CCA96C-0D63-EC4F-86DE-29717567A0A9}" dt="2022-01-13T06:17:16.157" v="33" actId="113"/>
          <ac:spMkLst>
            <pc:docMk/>
            <pc:sldMk cId="1545939387" sldId="262"/>
            <ac:spMk id="9" creationId="{00000000-0000-0000-0000-000000000000}"/>
          </ac:spMkLst>
        </pc:spChg>
        <pc:spChg chg="mod ord">
          <ac:chgData name="Sebastian Broers" userId="c3680e268fc62312" providerId="LiveId" clId="{D2CCA96C-0D63-EC4F-86DE-29717567A0A9}" dt="2022-01-07T14:38:21.396" v="9" actId="6264"/>
          <ac:spMkLst>
            <pc:docMk/>
            <pc:sldMk cId="1545939387" sldId="262"/>
            <ac:spMk id="10" creationId="{00000000-0000-0000-0000-000000000000}"/>
          </ac:spMkLst>
        </pc:spChg>
        <pc:spChg chg="add del mod">
          <ac:chgData name="Sebastian Broers" userId="c3680e268fc62312" providerId="LiveId" clId="{D2CCA96C-0D63-EC4F-86DE-29717567A0A9}" dt="2022-01-07T14:38:21.396" v="9" actId="6264"/>
          <ac:spMkLst>
            <pc:docMk/>
            <pc:sldMk cId="1545939387" sldId="262"/>
            <ac:spMk id="11" creationId="{D50544BD-0D05-6147-B7CB-109B19CCAF6B}"/>
          </ac:spMkLst>
        </pc:spChg>
        <pc:spChg chg="add del mod">
          <ac:chgData name="Sebastian Broers" userId="c3680e268fc62312" providerId="LiveId" clId="{D2CCA96C-0D63-EC4F-86DE-29717567A0A9}" dt="2022-01-07T14:38:21.396" v="9" actId="6264"/>
          <ac:spMkLst>
            <pc:docMk/>
            <pc:sldMk cId="1545939387" sldId="262"/>
            <ac:spMk id="22" creationId="{5B5EDDA1-78C1-944B-9324-5810B4788921}"/>
          </ac:spMkLst>
        </pc:spChg>
        <pc:spChg chg="mod ord">
          <ac:chgData name="Sebastian Broers" userId="c3680e268fc62312" providerId="LiveId" clId="{D2CCA96C-0D63-EC4F-86DE-29717567A0A9}" dt="2022-01-07T14:38:21.396" v="9" actId="6264"/>
          <ac:spMkLst>
            <pc:docMk/>
            <pc:sldMk cId="1545939387" sldId="262"/>
            <ac:spMk id="23" creationId="{A927FDF3-1339-4CE8-AC0D-7233A8241288}"/>
          </ac:spMkLst>
        </pc:spChg>
        <pc:spChg chg="add del mod ord">
          <ac:chgData name="Sebastian Broers" userId="c3680e268fc62312" providerId="LiveId" clId="{D2CCA96C-0D63-EC4F-86DE-29717567A0A9}" dt="2022-01-07T14:38:21.396" v="9" actId="6264"/>
          <ac:spMkLst>
            <pc:docMk/>
            <pc:sldMk cId="1545939387" sldId="262"/>
            <ac:spMk id="24" creationId="{20A6ACBD-84FE-134D-860F-E3BCD68F0CE6}"/>
          </ac:spMkLst>
        </pc:spChg>
      </pc:sldChg>
      <pc:sldChg chg="modSp mod">
        <pc:chgData name="Sebastian Broers" userId="c3680e268fc62312" providerId="LiveId" clId="{D2CCA96C-0D63-EC4F-86DE-29717567A0A9}" dt="2022-01-07T14:39:22.885" v="22" actId="114"/>
        <pc:sldMkLst>
          <pc:docMk/>
          <pc:sldMk cId="3629853632" sldId="278"/>
        </pc:sldMkLst>
        <pc:spChg chg="mod">
          <ac:chgData name="Sebastian Broers" userId="c3680e268fc62312" providerId="LiveId" clId="{D2CCA96C-0D63-EC4F-86DE-29717567A0A9}" dt="2022-01-07T14:39:22.885" v="22" actId="114"/>
          <ac:spMkLst>
            <pc:docMk/>
            <pc:sldMk cId="3629853632" sldId="278"/>
            <ac:spMk id="13" creationId="{00000000-0000-0000-0000-000000000000}"/>
          </ac:spMkLst>
        </pc:spChg>
      </pc:sldChg>
      <pc:sldChg chg="modSp mod">
        <pc:chgData name="Sebastian Broers" userId="c3680e268fc62312" providerId="LiveId" clId="{D2CCA96C-0D63-EC4F-86DE-29717567A0A9}" dt="2022-01-13T06:17:41.305" v="34" actId="20577"/>
        <pc:sldMkLst>
          <pc:docMk/>
          <pc:sldMk cId="242720352" sldId="279"/>
        </pc:sldMkLst>
        <pc:spChg chg="mod">
          <ac:chgData name="Sebastian Broers" userId="c3680e268fc62312" providerId="LiveId" clId="{D2CCA96C-0D63-EC4F-86DE-29717567A0A9}" dt="2022-01-13T06:17:41.305" v="34" actId="20577"/>
          <ac:spMkLst>
            <pc:docMk/>
            <pc:sldMk cId="242720352" sldId="279"/>
            <ac:spMk id="13" creationId="{00000000-0000-0000-0000-000000000000}"/>
          </ac:spMkLst>
        </pc:spChg>
      </pc:sldChg>
      <pc:sldChg chg="modSp mod">
        <pc:chgData name="Sebastian Broers" userId="c3680e268fc62312" providerId="LiveId" clId="{D2CCA96C-0D63-EC4F-86DE-29717567A0A9}" dt="2022-01-07T14:37:54.603" v="1" actId="207"/>
        <pc:sldMkLst>
          <pc:docMk/>
          <pc:sldMk cId="1552581999" sldId="280"/>
        </pc:sldMkLst>
        <pc:spChg chg="mod">
          <ac:chgData name="Sebastian Broers" userId="c3680e268fc62312" providerId="LiveId" clId="{D2CCA96C-0D63-EC4F-86DE-29717567A0A9}" dt="2022-01-07T14:37:54.603" v="1" actId="207"/>
          <ac:spMkLst>
            <pc:docMk/>
            <pc:sldMk cId="1552581999" sldId="280"/>
            <ac:spMk id="10" creationId="{00000000-0000-0000-0000-000000000000}"/>
          </ac:spMkLst>
        </pc:spChg>
      </pc:sldChg>
      <pc:sldChg chg="modSp mod">
        <pc:chgData name="Sebastian Broers" userId="c3680e268fc62312" providerId="LiveId" clId="{D2CCA96C-0D63-EC4F-86DE-29717567A0A9}" dt="2022-01-13T06:19:08.474" v="48" actId="20577"/>
        <pc:sldMkLst>
          <pc:docMk/>
          <pc:sldMk cId="3988470187" sldId="283"/>
        </pc:sldMkLst>
        <pc:spChg chg="mod">
          <ac:chgData name="Sebastian Broers" userId="c3680e268fc62312" providerId="LiveId" clId="{D2CCA96C-0D63-EC4F-86DE-29717567A0A9}" dt="2022-01-13T06:19:08.474" v="48" actId="20577"/>
          <ac:spMkLst>
            <pc:docMk/>
            <pc:sldMk cId="3988470187" sldId="283"/>
            <ac:spMk id="13" creationId="{00000000-0000-0000-0000-000000000000}"/>
          </ac:spMkLst>
        </pc:spChg>
      </pc:sldChg>
      <pc:sldChg chg="modSp mod">
        <pc:chgData name="Sebastian Broers" userId="c3680e268fc62312" providerId="LiveId" clId="{D2CCA96C-0D63-EC4F-86DE-29717567A0A9}" dt="2022-01-13T06:19:21.840" v="85" actId="20577"/>
        <pc:sldMkLst>
          <pc:docMk/>
          <pc:sldMk cId="3823942772" sldId="284"/>
        </pc:sldMkLst>
        <pc:spChg chg="mod">
          <ac:chgData name="Sebastian Broers" userId="c3680e268fc62312" providerId="LiveId" clId="{D2CCA96C-0D63-EC4F-86DE-29717567A0A9}" dt="2022-01-13T06:19:21.840" v="85" actId="20577"/>
          <ac:spMkLst>
            <pc:docMk/>
            <pc:sldMk cId="3823942772" sldId="284"/>
            <ac:spMk id="13" creationId="{00000000-0000-0000-0000-000000000000}"/>
          </ac:spMkLst>
        </pc:spChg>
      </pc:sldChg>
      <pc:sldChg chg="modSp mod">
        <pc:chgData name="Sebastian Broers" userId="c3680e268fc62312" providerId="LiveId" clId="{D2CCA96C-0D63-EC4F-86DE-29717567A0A9}" dt="2022-01-07T14:39:57.293" v="23" actId="207"/>
        <pc:sldMkLst>
          <pc:docMk/>
          <pc:sldMk cId="3891133320" sldId="286"/>
        </pc:sldMkLst>
        <pc:spChg chg="mod">
          <ac:chgData name="Sebastian Broers" userId="c3680e268fc62312" providerId="LiveId" clId="{D2CCA96C-0D63-EC4F-86DE-29717567A0A9}" dt="2022-01-07T14:39:57.293" v="23" actId="207"/>
          <ac:spMkLst>
            <pc:docMk/>
            <pc:sldMk cId="3891133320" sldId="286"/>
            <ac:spMk id="10" creationId="{00000000-0000-0000-0000-000000000000}"/>
          </ac:spMkLst>
        </pc:spChg>
      </pc:sldChg>
      <pc:sldChg chg="modSp mod">
        <pc:chgData name="Sebastian Broers" userId="c3680e268fc62312" providerId="LiveId" clId="{D2CCA96C-0D63-EC4F-86DE-29717567A0A9}" dt="2022-01-13T06:21:05.311" v="91" actId="27636"/>
        <pc:sldMkLst>
          <pc:docMk/>
          <pc:sldMk cId="1907983497" sldId="294"/>
        </pc:sldMkLst>
        <pc:spChg chg="mod">
          <ac:chgData name="Sebastian Broers" userId="c3680e268fc62312" providerId="LiveId" clId="{D2CCA96C-0D63-EC4F-86DE-29717567A0A9}" dt="2022-01-13T06:21:05.311" v="91" actId="27636"/>
          <ac:spMkLst>
            <pc:docMk/>
            <pc:sldMk cId="1907983497" sldId="294"/>
            <ac:spMk id="13" creationId="{00000000-0000-0000-0000-000000000000}"/>
          </ac:spMkLst>
        </pc:spChg>
      </pc:sldChg>
      <pc:sldChg chg="modSp mod">
        <pc:chgData name="Sebastian Broers" userId="c3680e268fc62312" providerId="LiveId" clId="{D2CCA96C-0D63-EC4F-86DE-29717567A0A9}" dt="2022-01-13T06:22:54.265" v="92" actId="20577"/>
        <pc:sldMkLst>
          <pc:docMk/>
          <pc:sldMk cId="3862685750" sldId="303"/>
        </pc:sldMkLst>
        <pc:graphicFrameChg chg="modGraphic">
          <ac:chgData name="Sebastian Broers" userId="c3680e268fc62312" providerId="LiveId" clId="{D2CCA96C-0D63-EC4F-86DE-29717567A0A9}" dt="2022-01-13T06:22:54.265" v="92" actId="20577"/>
          <ac:graphicFrameMkLst>
            <pc:docMk/>
            <pc:sldMk cId="3862685750" sldId="303"/>
            <ac:graphicFrameMk id="12" creationId="{D08F3299-29FA-4BD8-A397-2D40141E27DF}"/>
          </ac:graphicFrameMkLst>
        </pc:graphicFrameChg>
      </pc:sldChg>
      <pc:sldChg chg="modSp mod">
        <pc:chgData name="Sebastian Broers" userId="c3680e268fc62312" providerId="LiveId" clId="{D2CCA96C-0D63-EC4F-86DE-29717567A0A9}" dt="2022-01-07T14:40:56.797" v="24" actId="207"/>
        <pc:sldMkLst>
          <pc:docMk/>
          <pc:sldMk cId="665081603" sldId="304"/>
        </pc:sldMkLst>
        <pc:spChg chg="mod">
          <ac:chgData name="Sebastian Broers" userId="c3680e268fc62312" providerId="LiveId" clId="{D2CCA96C-0D63-EC4F-86DE-29717567A0A9}" dt="2022-01-07T14:40:56.797" v="24" actId="207"/>
          <ac:spMkLst>
            <pc:docMk/>
            <pc:sldMk cId="665081603" sldId="304"/>
            <ac:spMk id="10" creationId="{00000000-0000-0000-0000-000000000000}"/>
          </ac:spMkLst>
        </pc:spChg>
      </pc:sldChg>
      <pc:sldChg chg="modSp mod">
        <pc:chgData name="Sebastian Broers" userId="c3680e268fc62312" providerId="LiveId" clId="{D2CCA96C-0D63-EC4F-86DE-29717567A0A9}" dt="2022-01-07T14:41:14.237" v="28" actId="114"/>
        <pc:sldMkLst>
          <pc:docMk/>
          <pc:sldMk cId="3567295925" sldId="306"/>
        </pc:sldMkLst>
        <pc:spChg chg="mod">
          <ac:chgData name="Sebastian Broers" userId="c3680e268fc62312" providerId="LiveId" clId="{D2CCA96C-0D63-EC4F-86DE-29717567A0A9}" dt="2022-01-07T14:41:14.237" v="28" actId="114"/>
          <ac:spMkLst>
            <pc:docMk/>
            <pc:sldMk cId="3567295925" sldId="306"/>
            <ac:spMk id="13" creationId="{00000000-0000-0000-0000-000000000000}"/>
          </ac:spMkLst>
        </pc:spChg>
      </pc:sldChg>
      <pc:sldChg chg="modSp mod">
        <pc:chgData name="Sebastian Broers" userId="c3680e268fc62312" providerId="LiveId" clId="{D2CCA96C-0D63-EC4F-86DE-29717567A0A9}" dt="2022-01-07T14:41:28.852" v="32" actId="1076"/>
        <pc:sldMkLst>
          <pc:docMk/>
          <pc:sldMk cId="467025047" sldId="307"/>
        </pc:sldMkLst>
        <pc:spChg chg="mod">
          <ac:chgData name="Sebastian Broers" userId="c3680e268fc62312" providerId="LiveId" clId="{D2CCA96C-0D63-EC4F-86DE-29717567A0A9}" dt="2022-01-07T14:41:25.940" v="31" actId="14100"/>
          <ac:spMkLst>
            <pc:docMk/>
            <pc:sldMk cId="467025047" sldId="307"/>
            <ac:spMk id="13" creationId="{00000000-0000-0000-0000-000000000000}"/>
          </ac:spMkLst>
        </pc:spChg>
        <pc:picChg chg="mod">
          <ac:chgData name="Sebastian Broers" userId="c3680e268fc62312" providerId="LiveId" clId="{D2CCA96C-0D63-EC4F-86DE-29717567A0A9}" dt="2022-01-07T14:41:28.852" v="32" actId="1076"/>
          <ac:picMkLst>
            <pc:docMk/>
            <pc:sldMk cId="467025047" sldId="307"/>
            <ac:picMk id="7" creationId="{66F6DA63-3383-4F5F-999D-0645D3CF11F9}"/>
          </ac:picMkLst>
        </pc:picChg>
      </pc:sldChg>
    </pc:docChg>
  </pc:docChgLst>
  <pc:docChgLst>
    <pc:chgData name="Sebastian Broers" userId="c3680e268fc62312" providerId="LiveId" clId="{447326CD-6B51-4AD7-BF8D-14BBB7B883D3}"/>
    <pc:docChg chg="undo custSel addSld delSld modSld sldOrd">
      <pc:chgData name="Sebastian Broers" userId="c3680e268fc62312" providerId="LiveId" clId="{447326CD-6B51-4AD7-BF8D-14BBB7B883D3}" dt="2021-05-10T13:49:48.056" v="867" actId="20577"/>
      <pc:docMkLst>
        <pc:docMk/>
      </pc:docMkLst>
      <pc:sldChg chg="modSp mod">
        <pc:chgData name="Sebastian Broers" userId="c3680e268fc62312" providerId="LiveId" clId="{447326CD-6B51-4AD7-BF8D-14BBB7B883D3}" dt="2021-05-10T12:26:00.391" v="468" actId="20577"/>
        <pc:sldMkLst>
          <pc:docMk/>
          <pc:sldMk cId="314895424" sldId="258"/>
        </pc:sldMkLst>
        <pc:spChg chg="mod">
          <ac:chgData name="Sebastian Broers" userId="c3680e268fc62312" providerId="LiveId" clId="{447326CD-6B51-4AD7-BF8D-14BBB7B883D3}" dt="2021-05-10T12:26:00.391" v="468" actId="20577"/>
          <ac:spMkLst>
            <pc:docMk/>
            <pc:sldMk cId="314895424" sldId="258"/>
            <ac:spMk id="3" creationId="{00000000-0000-0000-0000-000000000000}"/>
          </ac:spMkLst>
        </pc:spChg>
      </pc:sldChg>
      <pc:sldChg chg="modSp mod">
        <pc:chgData name="Sebastian Broers" userId="c3680e268fc62312" providerId="LiveId" clId="{447326CD-6B51-4AD7-BF8D-14BBB7B883D3}" dt="2021-05-10T12:15:22.304" v="50" actId="20577"/>
        <pc:sldMkLst>
          <pc:docMk/>
          <pc:sldMk cId="1545939387" sldId="262"/>
        </pc:sldMkLst>
        <pc:spChg chg="mod">
          <ac:chgData name="Sebastian Broers" userId="c3680e268fc62312" providerId="LiveId" clId="{447326CD-6B51-4AD7-BF8D-14BBB7B883D3}" dt="2021-05-10T12:15:15.447" v="40" actId="27636"/>
          <ac:spMkLst>
            <pc:docMk/>
            <pc:sldMk cId="1545939387" sldId="262"/>
            <ac:spMk id="8" creationId="{00000000-0000-0000-0000-000000000000}"/>
          </ac:spMkLst>
        </pc:spChg>
        <pc:spChg chg="mod">
          <ac:chgData name="Sebastian Broers" userId="c3680e268fc62312" providerId="LiveId" clId="{447326CD-6B51-4AD7-BF8D-14BBB7B883D3}" dt="2021-05-10T12:15:22.304" v="50" actId="20577"/>
          <ac:spMkLst>
            <pc:docMk/>
            <pc:sldMk cId="1545939387" sldId="262"/>
            <ac:spMk id="9" creationId="{00000000-0000-0000-0000-000000000000}"/>
          </ac:spMkLst>
        </pc:spChg>
      </pc:sldChg>
      <pc:sldChg chg="modSp mod ord modNotesTx">
        <pc:chgData name="Sebastian Broers" userId="c3680e268fc62312" providerId="LiveId" clId="{447326CD-6B51-4AD7-BF8D-14BBB7B883D3}" dt="2021-05-10T12:24:42.423" v="452" actId="20577"/>
        <pc:sldMkLst>
          <pc:docMk/>
          <pc:sldMk cId="1116914026" sldId="267"/>
        </pc:sldMkLst>
        <pc:spChg chg="mod">
          <ac:chgData name="Sebastian Broers" userId="c3680e268fc62312" providerId="LiveId" clId="{447326CD-6B51-4AD7-BF8D-14BBB7B883D3}" dt="2021-05-10T12:18:54.869" v="142" actId="20577"/>
          <ac:spMkLst>
            <pc:docMk/>
            <pc:sldMk cId="1116914026" sldId="267"/>
            <ac:spMk id="11" creationId="{00000000-0000-0000-0000-000000000000}"/>
          </ac:spMkLst>
        </pc:spChg>
        <pc:spChg chg="mod">
          <ac:chgData name="Sebastian Broers" userId="c3680e268fc62312" providerId="LiveId" clId="{447326CD-6B51-4AD7-BF8D-14BBB7B883D3}" dt="2021-05-10T12:24:42.423" v="452" actId="20577"/>
          <ac:spMkLst>
            <pc:docMk/>
            <pc:sldMk cId="1116914026" sldId="267"/>
            <ac:spMk id="13" creationId="{00000000-0000-0000-0000-000000000000}"/>
          </ac:spMkLst>
        </pc:spChg>
      </pc:sldChg>
      <pc:sldChg chg="modSp mod">
        <pc:chgData name="Sebastian Broers" userId="c3680e268fc62312" providerId="LiveId" clId="{447326CD-6B51-4AD7-BF8D-14BBB7B883D3}" dt="2021-05-10T12:14:59.230" v="33" actId="113"/>
        <pc:sldMkLst>
          <pc:docMk/>
          <pc:sldMk cId="1759709190" sldId="268"/>
        </pc:sldMkLst>
        <pc:spChg chg="mod">
          <ac:chgData name="Sebastian Broers" userId="c3680e268fc62312" providerId="LiveId" clId="{447326CD-6B51-4AD7-BF8D-14BBB7B883D3}" dt="2021-05-10T12:14:59.230" v="33" actId="113"/>
          <ac:spMkLst>
            <pc:docMk/>
            <pc:sldMk cId="1759709190" sldId="268"/>
            <ac:spMk id="67" creationId="{660EF78D-FB01-4F96-AB43-715D859EF4AD}"/>
          </ac:spMkLst>
        </pc:spChg>
      </pc:sldChg>
      <pc:sldChg chg="del">
        <pc:chgData name="Sebastian Broers" userId="c3680e268fc62312" providerId="LiveId" clId="{447326CD-6B51-4AD7-BF8D-14BBB7B883D3}" dt="2021-05-10T12:15:38.223" v="67" actId="47"/>
        <pc:sldMkLst>
          <pc:docMk/>
          <pc:sldMk cId="4083180" sldId="279"/>
        </pc:sldMkLst>
      </pc:sldChg>
      <pc:sldChg chg="add del">
        <pc:chgData name="Sebastian Broers" userId="c3680e268fc62312" providerId="LiveId" clId="{447326CD-6B51-4AD7-BF8D-14BBB7B883D3}" dt="2021-05-10T12:15:37.769" v="66" actId="47"/>
        <pc:sldMkLst>
          <pc:docMk/>
          <pc:sldMk cId="3102771768" sldId="280"/>
        </pc:sldMkLst>
      </pc:sldChg>
      <pc:sldChg chg="del">
        <pc:chgData name="Sebastian Broers" userId="c3680e268fc62312" providerId="LiveId" clId="{447326CD-6B51-4AD7-BF8D-14BBB7B883D3}" dt="2021-05-10T12:15:50.502" v="81" actId="47"/>
        <pc:sldMkLst>
          <pc:docMk/>
          <pc:sldMk cId="3288292413" sldId="281"/>
        </pc:sldMkLst>
      </pc:sldChg>
      <pc:sldChg chg="del">
        <pc:chgData name="Sebastian Broers" userId="c3680e268fc62312" providerId="LiveId" clId="{447326CD-6B51-4AD7-BF8D-14BBB7B883D3}" dt="2021-05-10T12:15:27.236" v="51" actId="47"/>
        <pc:sldMkLst>
          <pc:docMk/>
          <pc:sldMk cId="2758855101" sldId="283"/>
        </pc:sldMkLst>
      </pc:sldChg>
      <pc:sldChg chg="del">
        <pc:chgData name="Sebastian Broers" userId="c3680e268fc62312" providerId="LiveId" clId="{447326CD-6B51-4AD7-BF8D-14BBB7B883D3}" dt="2021-05-10T12:15:27.728" v="52" actId="47"/>
        <pc:sldMkLst>
          <pc:docMk/>
          <pc:sldMk cId="2543007110" sldId="284"/>
        </pc:sldMkLst>
      </pc:sldChg>
      <pc:sldChg chg="del">
        <pc:chgData name="Sebastian Broers" userId="c3680e268fc62312" providerId="LiveId" clId="{447326CD-6B51-4AD7-BF8D-14BBB7B883D3}" dt="2021-05-10T12:15:28.256" v="53" actId="47"/>
        <pc:sldMkLst>
          <pc:docMk/>
          <pc:sldMk cId="403854135" sldId="285"/>
        </pc:sldMkLst>
      </pc:sldChg>
      <pc:sldChg chg="del">
        <pc:chgData name="Sebastian Broers" userId="c3680e268fc62312" providerId="LiveId" clId="{447326CD-6B51-4AD7-BF8D-14BBB7B883D3}" dt="2021-05-10T12:15:28.733" v="54" actId="47"/>
        <pc:sldMkLst>
          <pc:docMk/>
          <pc:sldMk cId="3841316815" sldId="286"/>
        </pc:sldMkLst>
      </pc:sldChg>
      <pc:sldChg chg="del">
        <pc:chgData name="Sebastian Broers" userId="c3680e268fc62312" providerId="LiveId" clId="{447326CD-6B51-4AD7-BF8D-14BBB7B883D3}" dt="2021-05-10T12:15:29.235" v="55" actId="47"/>
        <pc:sldMkLst>
          <pc:docMk/>
          <pc:sldMk cId="2779260007" sldId="287"/>
        </pc:sldMkLst>
      </pc:sldChg>
      <pc:sldChg chg="del">
        <pc:chgData name="Sebastian Broers" userId="c3680e268fc62312" providerId="LiveId" clId="{447326CD-6B51-4AD7-BF8D-14BBB7B883D3}" dt="2021-05-10T12:15:29.728" v="56" actId="47"/>
        <pc:sldMkLst>
          <pc:docMk/>
          <pc:sldMk cId="2473493549" sldId="288"/>
        </pc:sldMkLst>
      </pc:sldChg>
      <pc:sldChg chg="del">
        <pc:chgData name="Sebastian Broers" userId="c3680e268fc62312" providerId="LiveId" clId="{447326CD-6B51-4AD7-BF8D-14BBB7B883D3}" dt="2021-05-10T12:15:30.207" v="57" actId="47"/>
        <pc:sldMkLst>
          <pc:docMk/>
          <pc:sldMk cId="4242170026" sldId="289"/>
        </pc:sldMkLst>
      </pc:sldChg>
      <pc:sldChg chg="del">
        <pc:chgData name="Sebastian Broers" userId="c3680e268fc62312" providerId="LiveId" clId="{447326CD-6B51-4AD7-BF8D-14BBB7B883D3}" dt="2021-05-10T12:15:30.694" v="58" actId="47"/>
        <pc:sldMkLst>
          <pc:docMk/>
          <pc:sldMk cId="3272995407" sldId="290"/>
        </pc:sldMkLst>
      </pc:sldChg>
      <pc:sldChg chg="del">
        <pc:chgData name="Sebastian Broers" userId="c3680e268fc62312" providerId="LiveId" clId="{447326CD-6B51-4AD7-BF8D-14BBB7B883D3}" dt="2021-05-10T12:15:31.164" v="59" actId="47"/>
        <pc:sldMkLst>
          <pc:docMk/>
          <pc:sldMk cId="2322289238" sldId="291"/>
        </pc:sldMkLst>
      </pc:sldChg>
      <pc:sldChg chg="del">
        <pc:chgData name="Sebastian Broers" userId="c3680e268fc62312" providerId="LiveId" clId="{447326CD-6B51-4AD7-BF8D-14BBB7B883D3}" dt="2021-05-10T12:15:31.651" v="60" actId="47"/>
        <pc:sldMkLst>
          <pc:docMk/>
          <pc:sldMk cId="1083677766" sldId="292"/>
        </pc:sldMkLst>
      </pc:sldChg>
      <pc:sldChg chg="del">
        <pc:chgData name="Sebastian Broers" userId="c3680e268fc62312" providerId="LiveId" clId="{447326CD-6B51-4AD7-BF8D-14BBB7B883D3}" dt="2021-05-10T12:15:32.054" v="61" actId="47"/>
        <pc:sldMkLst>
          <pc:docMk/>
          <pc:sldMk cId="910848392" sldId="293"/>
        </pc:sldMkLst>
      </pc:sldChg>
      <pc:sldChg chg="add del">
        <pc:chgData name="Sebastian Broers" userId="c3680e268fc62312" providerId="LiveId" clId="{447326CD-6B51-4AD7-BF8D-14BBB7B883D3}" dt="2021-05-10T12:15:35.832" v="65" actId="47"/>
        <pc:sldMkLst>
          <pc:docMk/>
          <pc:sldMk cId="1873272773" sldId="294"/>
        </pc:sldMkLst>
      </pc:sldChg>
      <pc:sldChg chg="del">
        <pc:chgData name="Sebastian Broers" userId="c3680e268fc62312" providerId="LiveId" clId="{447326CD-6B51-4AD7-BF8D-14BBB7B883D3}" dt="2021-05-10T12:15:38.671" v="68" actId="47"/>
        <pc:sldMkLst>
          <pc:docMk/>
          <pc:sldMk cId="3615464403" sldId="295"/>
        </pc:sldMkLst>
      </pc:sldChg>
      <pc:sldChg chg="modSp add mod">
        <pc:chgData name="Sebastian Broers" userId="c3680e268fc62312" providerId="LiveId" clId="{447326CD-6B51-4AD7-BF8D-14BBB7B883D3}" dt="2021-05-10T12:17:15.892" v="111"/>
        <pc:sldMkLst>
          <pc:docMk/>
          <pc:sldMk cId="4003188211" sldId="295"/>
        </pc:sldMkLst>
        <pc:spChg chg="mod">
          <ac:chgData name="Sebastian Broers" userId="c3680e268fc62312" providerId="LiveId" clId="{447326CD-6B51-4AD7-BF8D-14BBB7B883D3}" dt="2021-05-10T12:17:15.892" v="111"/>
          <ac:spMkLst>
            <pc:docMk/>
            <pc:sldMk cId="4003188211" sldId="295"/>
            <ac:spMk id="9" creationId="{00000000-0000-0000-0000-000000000000}"/>
          </ac:spMkLst>
        </pc:spChg>
        <pc:spChg chg="mod">
          <ac:chgData name="Sebastian Broers" userId="c3680e268fc62312" providerId="LiveId" clId="{447326CD-6B51-4AD7-BF8D-14BBB7B883D3}" dt="2021-05-10T12:17:07.506" v="110" actId="20577"/>
          <ac:spMkLst>
            <pc:docMk/>
            <pc:sldMk cId="4003188211" sldId="295"/>
            <ac:spMk id="10" creationId="{00000000-0000-0000-0000-000000000000}"/>
          </ac:spMkLst>
        </pc:spChg>
      </pc:sldChg>
      <pc:sldChg chg="del">
        <pc:chgData name="Sebastian Broers" userId="c3680e268fc62312" providerId="LiveId" clId="{447326CD-6B51-4AD7-BF8D-14BBB7B883D3}" dt="2021-05-10T12:15:39.294" v="69" actId="47"/>
        <pc:sldMkLst>
          <pc:docMk/>
          <pc:sldMk cId="241385523" sldId="296"/>
        </pc:sldMkLst>
      </pc:sldChg>
      <pc:sldChg chg="modSp add mod">
        <pc:chgData name="Sebastian Broers" userId="c3680e268fc62312" providerId="LiveId" clId="{447326CD-6B51-4AD7-BF8D-14BBB7B883D3}" dt="2021-05-10T12:17:00.294" v="108"/>
        <pc:sldMkLst>
          <pc:docMk/>
          <pc:sldMk cId="1413641570" sldId="296"/>
        </pc:sldMkLst>
        <pc:spChg chg="mod">
          <ac:chgData name="Sebastian Broers" userId="c3680e268fc62312" providerId="LiveId" clId="{447326CD-6B51-4AD7-BF8D-14BBB7B883D3}" dt="2021-05-10T12:17:00.294" v="108"/>
          <ac:spMkLst>
            <pc:docMk/>
            <pc:sldMk cId="1413641570" sldId="296"/>
            <ac:spMk id="9" creationId="{00000000-0000-0000-0000-000000000000}"/>
          </ac:spMkLst>
        </pc:spChg>
        <pc:spChg chg="mod">
          <ac:chgData name="Sebastian Broers" userId="c3680e268fc62312" providerId="LiveId" clId="{447326CD-6B51-4AD7-BF8D-14BBB7B883D3}" dt="2021-05-10T12:16:46.850" v="107" actId="20577"/>
          <ac:spMkLst>
            <pc:docMk/>
            <pc:sldMk cId="1413641570" sldId="296"/>
            <ac:spMk id="10" creationId="{00000000-0000-0000-0000-000000000000}"/>
          </ac:spMkLst>
        </pc:spChg>
      </pc:sldChg>
      <pc:sldChg chg="del">
        <pc:chgData name="Sebastian Broers" userId="c3680e268fc62312" providerId="LiveId" clId="{447326CD-6B51-4AD7-BF8D-14BBB7B883D3}" dt="2021-05-10T12:15:39.611" v="70" actId="47"/>
        <pc:sldMkLst>
          <pc:docMk/>
          <pc:sldMk cId="1526435719" sldId="297"/>
        </pc:sldMkLst>
      </pc:sldChg>
      <pc:sldChg chg="modSp add mod">
        <pc:chgData name="Sebastian Broers" userId="c3680e268fc62312" providerId="LiveId" clId="{447326CD-6B51-4AD7-BF8D-14BBB7B883D3}" dt="2021-05-10T12:16:41.056" v="105"/>
        <pc:sldMkLst>
          <pc:docMk/>
          <pc:sldMk cId="2922319586" sldId="297"/>
        </pc:sldMkLst>
        <pc:spChg chg="mod">
          <ac:chgData name="Sebastian Broers" userId="c3680e268fc62312" providerId="LiveId" clId="{447326CD-6B51-4AD7-BF8D-14BBB7B883D3}" dt="2021-05-10T12:16:41.056" v="105"/>
          <ac:spMkLst>
            <pc:docMk/>
            <pc:sldMk cId="2922319586" sldId="297"/>
            <ac:spMk id="9" creationId="{00000000-0000-0000-0000-000000000000}"/>
          </ac:spMkLst>
        </pc:spChg>
        <pc:spChg chg="mod">
          <ac:chgData name="Sebastian Broers" userId="c3680e268fc62312" providerId="LiveId" clId="{447326CD-6B51-4AD7-BF8D-14BBB7B883D3}" dt="2021-05-10T12:16:37.960" v="104" actId="20577"/>
          <ac:spMkLst>
            <pc:docMk/>
            <pc:sldMk cId="2922319586" sldId="297"/>
            <ac:spMk id="10" creationId="{00000000-0000-0000-0000-000000000000}"/>
          </ac:spMkLst>
        </pc:spChg>
      </pc:sldChg>
      <pc:sldChg chg="modSp add mod">
        <pc:chgData name="Sebastian Broers" userId="c3680e268fc62312" providerId="LiveId" clId="{447326CD-6B51-4AD7-BF8D-14BBB7B883D3}" dt="2021-05-10T12:16:26.119" v="100"/>
        <pc:sldMkLst>
          <pc:docMk/>
          <pc:sldMk cId="2196136614" sldId="298"/>
        </pc:sldMkLst>
        <pc:spChg chg="mod">
          <ac:chgData name="Sebastian Broers" userId="c3680e268fc62312" providerId="LiveId" clId="{447326CD-6B51-4AD7-BF8D-14BBB7B883D3}" dt="2021-05-10T12:16:26.119" v="100"/>
          <ac:spMkLst>
            <pc:docMk/>
            <pc:sldMk cId="2196136614" sldId="298"/>
            <ac:spMk id="9" creationId="{00000000-0000-0000-0000-000000000000}"/>
          </ac:spMkLst>
        </pc:spChg>
        <pc:spChg chg="mod">
          <ac:chgData name="Sebastian Broers" userId="c3680e268fc62312" providerId="LiveId" clId="{447326CD-6B51-4AD7-BF8D-14BBB7B883D3}" dt="2021-05-10T12:16:14.132" v="99" actId="20577"/>
          <ac:spMkLst>
            <pc:docMk/>
            <pc:sldMk cId="2196136614" sldId="298"/>
            <ac:spMk id="10" creationId="{00000000-0000-0000-0000-000000000000}"/>
          </ac:spMkLst>
        </pc:spChg>
      </pc:sldChg>
      <pc:sldChg chg="del">
        <pc:chgData name="Sebastian Broers" userId="c3680e268fc62312" providerId="LiveId" clId="{447326CD-6B51-4AD7-BF8D-14BBB7B883D3}" dt="2021-05-10T12:15:39.819" v="71" actId="47"/>
        <pc:sldMkLst>
          <pc:docMk/>
          <pc:sldMk cId="3214701474" sldId="298"/>
        </pc:sldMkLst>
      </pc:sldChg>
      <pc:sldChg chg="del">
        <pc:chgData name="Sebastian Broers" userId="c3680e268fc62312" providerId="LiveId" clId="{447326CD-6B51-4AD7-BF8D-14BBB7B883D3}" dt="2021-05-10T12:15:46.603" v="72" actId="47"/>
        <pc:sldMkLst>
          <pc:docMk/>
          <pc:sldMk cId="747949124" sldId="299"/>
        </pc:sldMkLst>
      </pc:sldChg>
      <pc:sldChg chg="add del">
        <pc:chgData name="Sebastian Broers" userId="c3680e268fc62312" providerId="LiveId" clId="{447326CD-6B51-4AD7-BF8D-14BBB7B883D3}" dt="2021-05-10T12:25:03.925" v="453" actId="47"/>
        <pc:sldMkLst>
          <pc:docMk/>
          <pc:sldMk cId="3163948396" sldId="299"/>
        </pc:sldMkLst>
      </pc:sldChg>
      <pc:sldChg chg="modSp add mod">
        <pc:chgData name="Sebastian Broers" userId="c3680e268fc62312" providerId="LiveId" clId="{447326CD-6B51-4AD7-BF8D-14BBB7B883D3}" dt="2021-05-10T12:27:06.874" v="524" actId="20577"/>
        <pc:sldMkLst>
          <pc:docMk/>
          <pc:sldMk cId="3193803991" sldId="299"/>
        </pc:sldMkLst>
        <pc:spChg chg="mod">
          <ac:chgData name="Sebastian Broers" userId="c3680e268fc62312" providerId="LiveId" clId="{447326CD-6B51-4AD7-BF8D-14BBB7B883D3}" dt="2021-05-10T12:27:06.874" v="524" actId="20577"/>
          <ac:spMkLst>
            <pc:docMk/>
            <pc:sldMk cId="3193803991" sldId="299"/>
            <ac:spMk id="13" creationId="{00000000-0000-0000-0000-000000000000}"/>
          </ac:spMkLst>
        </pc:spChg>
      </pc:sldChg>
      <pc:sldChg chg="del">
        <pc:chgData name="Sebastian Broers" userId="c3680e268fc62312" providerId="LiveId" clId="{447326CD-6B51-4AD7-BF8D-14BBB7B883D3}" dt="2021-05-10T12:15:47.075" v="73" actId="47"/>
        <pc:sldMkLst>
          <pc:docMk/>
          <pc:sldMk cId="330691028" sldId="300"/>
        </pc:sldMkLst>
      </pc:sldChg>
      <pc:sldChg chg="modSp add mod modNotesTx">
        <pc:chgData name="Sebastian Broers" userId="c3680e268fc62312" providerId="LiveId" clId="{447326CD-6B51-4AD7-BF8D-14BBB7B883D3}" dt="2021-05-10T13:08:09.427" v="703"/>
        <pc:sldMkLst>
          <pc:docMk/>
          <pc:sldMk cId="3955592543" sldId="300"/>
        </pc:sldMkLst>
        <pc:spChg chg="mod">
          <ac:chgData name="Sebastian Broers" userId="c3680e268fc62312" providerId="LiveId" clId="{447326CD-6B51-4AD7-BF8D-14BBB7B883D3}" dt="2021-05-10T13:01:15.458" v="644" actId="20577"/>
          <ac:spMkLst>
            <pc:docMk/>
            <pc:sldMk cId="3955592543" sldId="300"/>
            <ac:spMk id="13" creationId="{00000000-0000-0000-0000-000000000000}"/>
          </ac:spMkLst>
        </pc:spChg>
      </pc:sldChg>
      <pc:sldChg chg="modSp add mod modNotesTx">
        <pc:chgData name="Sebastian Broers" userId="c3680e268fc62312" providerId="LiveId" clId="{447326CD-6B51-4AD7-BF8D-14BBB7B883D3}" dt="2021-05-10T13:07:56.597" v="702"/>
        <pc:sldMkLst>
          <pc:docMk/>
          <pc:sldMk cId="171836033" sldId="301"/>
        </pc:sldMkLst>
        <pc:spChg chg="mod">
          <ac:chgData name="Sebastian Broers" userId="c3680e268fc62312" providerId="LiveId" clId="{447326CD-6B51-4AD7-BF8D-14BBB7B883D3}" dt="2021-05-10T13:07:31.263" v="700" actId="6549"/>
          <ac:spMkLst>
            <pc:docMk/>
            <pc:sldMk cId="171836033" sldId="301"/>
            <ac:spMk id="13" creationId="{00000000-0000-0000-0000-000000000000}"/>
          </ac:spMkLst>
        </pc:spChg>
      </pc:sldChg>
      <pc:sldChg chg="del">
        <pc:chgData name="Sebastian Broers" userId="c3680e268fc62312" providerId="LiveId" clId="{447326CD-6B51-4AD7-BF8D-14BBB7B883D3}" dt="2021-05-10T12:15:47.447" v="74" actId="47"/>
        <pc:sldMkLst>
          <pc:docMk/>
          <pc:sldMk cId="1263553354" sldId="301"/>
        </pc:sldMkLst>
      </pc:sldChg>
      <pc:sldChg chg="del">
        <pc:chgData name="Sebastian Broers" userId="c3680e268fc62312" providerId="LiveId" clId="{447326CD-6B51-4AD7-BF8D-14BBB7B883D3}" dt="2021-05-10T12:15:47.851" v="75" actId="47"/>
        <pc:sldMkLst>
          <pc:docMk/>
          <pc:sldMk cId="1869173015" sldId="302"/>
        </pc:sldMkLst>
      </pc:sldChg>
      <pc:sldChg chg="addSp modSp add mod modNotesTx">
        <pc:chgData name="Sebastian Broers" userId="c3680e268fc62312" providerId="LiveId" clId="{447326CD-6B51-4AD7-BF8D-14BBB7B883D3}" dt="2021-05-10T13:13:52.149" v="756" actId="20577"/>
        <pc:sldMkLst>
          <pc:docMk/>
          <pc:sldMk cId="2322712218" sldId="302"/>
        </pc:sldMkLst>
        <pc:spChg chg="mod">
          <ac:chgData name="Sebastian Broers" userId="c3680e268fc62312" providerId="LiveId" clId="{447326CD-6B51-4AD7-BF8D-14BBB7B883D3}" dt="2021-05-10T13:09:06.184" v="708" actId="27636"/>
          <ac:spMkLst>
            <pc:docMk/>
            <pc:sldMk cId="2322712218" sldId="302"/>
            <ac:spMk id="13" creationId="{00000000-0000-0000-0000-000000000000}"/>
          </ac:spMkLst>
        </pc:spChg>
        <pc:picChg chg="add mod">
          <ac:chgData name="Sebastian Broers" userId="c3680e268fc62312" providerId="LiveId" clId="{447326CD-6B51-4AD7-BF8D-14BBB7B883D3}" dt="2021-05-10T13:09:22.709" v="710" actId="1076"/>
          <ac:picMkLst>
            <pc:docMk/>
            <pc:sldMk cId="2322712218" sldId="302"/>
            <ac:picMk id="7" creationId="{EAFE9306-7552-4F40-9420-B3BDF93D34F7}"/>
          </ac:picMkLst>
        </pc:picChg>
      </pc:sldChg>
      <pc:sldChg chg="del">
        <pc:chgData name="Sebastian Broers" userId="c3680e268fc62312" providerId="LiveId" clId="{447326CD-6B51-4AD7-BF8D-14BBB7B883D3}" dt="2021-05-10T12:15:48.235" v="76" actId="47"/>
        <pc:sldMkLst>
          <pc:docMk/>
          <pc:sldMk cId="2113501200" sldId="303"/>
        </pc:sldMkLst>
      </pc:sldChg>
      <pc:sldChg chg="addSp delSp modSp add mod modNotesTx">
        <pc:chgData name="Sebastian Broers" userId="c3680e268fc62312" providerId="LiveId" clId="{447326CD-6B51-4AD7-BF8D-14BBB7B883D3}" dt="2021-05-10T13:13:48.667" v="755" actId="20577"/>
        <pc:sldMkLst>
          <pc:docMk/>
          <pc:sldMk cId="4250685546" sldId="303"/>
        </pc:sldMkLst>
        <pc:spChg chg="add del mod">
          <ac:chgData name="Sebastian Broers" userId="c3680e268fc62312" providerId="LiveId" clId="{447326CD-6B51-4AD7-BF8D-14BBB7B883D3}" dt="2021-05-10T13:09:37.917" v="713" actId="478"/>
          <ac:spMkLst>
            <pc:docMk/>
            <pc:sldMk cId="4250685546" sldId="303"/>
            <ac:spMk id="4" creationId="{2C12A860-16C8-4C46-947E-2C74B02BA4BF}"/>
          </ac:spMkLst>
        </pc:spChg>
        <pc:spChg chg="del">
          <ac:chgData name="Sebastian Broers" userId="c3680e268fc62312" providerId="LiveId" clId="{447326CD-6B51-4AD7-BF8D-14BBB7B883D3}" dt="2021-05-10T13:09:35.917" v="712" actId="478"/>
          <ac:spMkLst>
            <pc:docMk/>
            <pc:sldMk cId="4250685546" sldId="303"/>
            <ac:spMk id="13" creationId="{00000000-0000-0000-0000-000000000000}"/>
          </ac:spMkLst>
        </pc:spChg>
        <pc:grpChg chg="add del mod">
          <ac:chgData name="Sebastian Broers" userId="c3680e268fc62312" providerId="LiveId" clId="{447326CD-6B51-4AD7-BF8D-14BBB7B883D3}" dt="2021-05-10T13:09:46.235" v="716" actId="478"/>
          <ac:grpSpMkLst>
            <pc:docMk/>
            <pc:sldMk cId="4250685546" sldId="303"/>
            <ac:grpSpMk id="10" creationId="{C4E2F6E3-F256-4979-A9FA-7E57B95AA098}"/>
          </ac:grpSpMkLst>
        </pc:grpChg>
        <pc:grpChg chg="add mod">
          <ac:chgData name="Sebastian Broers" userId="c3680e268fc62312" providerId="LiveId" clId="{447326CD-6B51-4AD7-BF8D-14BBB7B883D3}" dt="2021-05-10T13:09:47.925" v="717"/>
          <ac:grpSpMkLst>
            <pc:docMk/>
            <pc:sldMk cId="4250685546" sldId="303"/>
            <ac:grpSpMk id="18" creationId="{A0DEFE11-7A54-46DF-87FB-7806637C9E21}"/>
          </ac:grpSpMkLst>
        </pc:grpChg>
        <pc:picChg chg="del">
          <ac:chgData name="Sebastian Broers" userId="c3680e268fc62312" providerId="LiveId" clId="{447326CD-6B51-4AD7-BF8D-14BBB7B883D3}" dt="2021-05-10T13:09:38.448" v="714" actId="478"/>
          <ac:picMkLst>
            <pc:docMk/>
            <pc:sldMk cId="4250685546" sldId="303"/>
            <ac:picMk id="7" creationId="{EAFE9306-7552-4F40-9420-B3BDF93D34F7}"/>
          </ac:picMkLst>
        </pc:picChg>
        <pc:picChg chg="mod">
          <ac:chgData name="Sebastian Broers" userId="c3680e268fc62312" providerId="LiveId" clId="{447326CD-6B51-4AD7-BF8D-14BBB7B883D3}" dt="2021-05-10T13:09:43.437" v="715"/>
          <ac:picMkLst>
            <pc:docMk/>
            <pc:sldMk cId="4250685546" sldId="303"/>
            <ac:picMk id="12" creationId="{AD72CEA3-F501-44C1-9489-15909CC968AB}"/>
          </ac:picMkLst>
        </pc:picChg>
        <pc:picChg chg="mod">
          <ac:chgData name="Sebastian Broers" userId="c3680e268fc62312" providerId="LiveId" clId="{447326CD-6B51-4AD7-BF8D-14BBB7B883D3}" dt="2021-05-10T13:09:43.437" v="715"/>
          <ac:picMkLst>
            <pc:docMk/>
            <pc:sldMk cId="4250685546" sldId="303"/>
            <ac:picMk id="14" creationId="{2F067FB0-890A-484B-8620-70FCA2670DB0}"/>
          </ac:picMkLst>
        </pc:picChg>
        <pc:picChg chg="mod">
          <ac:chgData name="Sebastian Broers" userId="c3680e268fc62312" providerId="LiveId" clId="{447326CD-6B51-4AD7-BF8D-14BBB7B883D3}" dt="2021-05-10T13:09:43.437" v="715"/>
          <ac:picMkLst>
            <pc:docMk/>
            <pc:sldMk cId="4250685546" sldId="303"/>
            <ac:picMk id="15" creationId="{E1719708-CF71-420F-8A52-5572861CE273}"/>
          </ac:picMkLst>
        </pc:picChg>
        <pc:picChg chg="mod">
          <ac:chgData name="Sebastian Broers" userId="c3680e268fc62312" providerId="LiveId" clId="{447326CD-6B51-4AD7-BF8D-14BBB7B883D3}" dt="2021-05-10T13:09:47.925" v="717"/>
          <ac:picMkLst>
            <pc:docMk/>
            <pc:sldMk cId="4250685546" sldId="303"/>
            <ac:picMk id="19" creationId="{C5318906-357C-4446-AB01-1C5C94F42C7A}"/>
          </ac:picMkLst>
        </pc:picChg>
        <pc:picChg chg="mod">
          <ac:chgData name="Sebastian Broers" userId="c3680e268fc62312" providerId="LiveId" clId="{447326CD-6B51-4AD7-BF8D-14BBB7B883D3}" dt="2021-05-10T13:09:47.925" v="717"/>
          <ac:picMkLst>
            <pc:docMk/>
            <pc:sldMk cId="4250685546" sldId="303"/>
            <ac:picMk id="20" creationId="{43F6C8E7-0F8D-4310-8712-0B7630B2D4A8}"/>
          </ac:picMkLst>
        </pc:picChg>
        <pc:picChg chg="mod">
          <ac:chgData name="Sebastian Broers" userId="c3680e268fc62312" providerId="LiveId" clId="{447326CD-6B51-4AD7-BF8D-14BBB7B883D3}" dt="2021-05-10T13:09:47.925" v="717"/>
          <ac:picMkLst>
            <pc:docMk/>
            <pc:sldMk cId="4250685546" sldId="303"/>
            <ac:picMk id="21" creationId="{6399F99D-9570-410E-B18D-D94AF8B5B8F9}"/>
          </ac:picMkLst>
        </pc:picChg>
        <pc:cxnChg chg="mod">
          <ac:chgData name="Sebastian Broers" userId="c3680e268fc62312" providerId="LiveId" clId="{447326CD-6B51-4AD7-BF8D-14BBB7B883D3}" dt="2021-05-10T13:09:43.437" v="715"/>
          <ac:cxnSpMkLst>
            <pc:docMk/>
            <pc:sldMk cId="4250685546" sldId="303"/>
            <ac:cxnSpMk id="16" creationId="{A5C84549-A1D0-4408-A74A-334C95539047}"/>
          </ac:cxnSpMkLst>
        </pc:cxnChg>
        <pc:cxnChg chg="mod">
          <ac:chgData name="Sebastian Broers" userId="c3680e268fc62312" providerId="LiveId" clId="{447326CD-6B51-4AD7-BF8D-14BBB7B883D3}" dt="2021-05-10T13:09:43.437" v="715"/>
          <ac:cxnSpMkLst>
            <pc:docMk/>
            <pc:sldMk cId="4250685546" sldId="303"/>
            <ac:cxnSpMk id="17" creationId="{AC1BB776-E77E-4750-9F83-7D184DE2AF56}"/>
          </ac:cxnSpMkLst>
        </pc:cxnChg>
        <pc:cxnChg chg="mod">
          <ac:chgData name="Sebastian Broers" userId="c3680e268fc62312" providerId="LiveId" clId="{447326CD-6B51-4AD7-BF8D-14BBB7B883D3}" dt="2021-05-10T13:09:47.925" v="717"/>
          <ac:cxnSpMkLst>
            <pc:docMk/>
            <pc:sldMk cId="4250685546" sldId="303"/>
            <ac:cxnSpMk id="22" creationId="{043C021C-33C1-42CB-8459-AF9ABE1B3F75}"/>
          </ac:cxnSpMkLst>
        </pc:cxnChg>
        <pc:cxnChg chg="mod">
          <ac:chgData name="Sebastian Broers" userId="c3680e268fc62312" providerId="LiveId" clId="{447326CD-6B51-4AD7-BF8D-14BBB7B883D3}" dt="2021-05-10T13:09:47.925" v="717"/>
          <ac:cxnSpMkLst>
            <pc:docMk/>
            <pc:sldMk cId="4250685546" sldId="303"/>
            <ac:cxnSpMk id="23" creationId="{4BB17F56-09AC-415C-908B-E68E2E463470}"/>
          </ac:cxnSpMkLst>
        </pc:cxnChg>
      </pc:sldChg>
      <pc:sldChg chg="del">
        <pc:chgData name="Sebastian Broers" userId="c3680e268fc62312" providerId="LiveId" clId="{447326CD-6B51-4AD7-BF8D-14BBB7B883D3}" dt="2021-05-10T12:15:48.608" v="77" actId="47"/>
        <pc:sldMkLst>
          <pc:docMk/>
          <pc:sldMk cId="914077099" sldId="304"/>
        </pc:sldMkLst>
      </pc:sldChg>
      <pc:sldChg chg="addSp delSp modSp add mod ord chgLayout modNotesTx">
        <pc:chgData name="Sebastian Broers" userId="c3680e268fc62312" providerId="LiveId" clId="{447326CD-6B51-4AD7-BF8D-14BBB7B883D3}" dt="2021-05-10T13:13:44.289" v="754" actId="20577"/>
        <pc:sldMkLst>
          <pc:docMk/>
          <pc:sldMk cId="1766027571" sldId="304"/>
        </pc:sldMkLst>
        <pc:spChg chg="add del mod">
          <ac:chgData name="Sebastian Broers" userId="c3680e268fc62312" providerId="LiveId" clId="{447326CD-6B51-4AD7-BF8D-14BBB7B883D3}" dt="2021-05-10T13:10:24.714" v="724" actId="6264"/>
          <ac:spMkLst>
            <pc:docMk/>
            <pc:sldMk cId="1766027571" sldId="304"/>
            <ac:spMk id="2" creationId="{E4DA6D00-0870-4A99-B999-E7DAD227BB57}"/>
          </ac:spMkLst>
        </pc:spChg>
        <pc:spChg chg="mod ord">
          <ac:chgData name="Sebastian Broers" userId="c3680e268fc62312" providerId="LiveId" clId="{447326CD-6B51-4AD7-BF8D-14BBB7B883D3}" dt="2021-05-10T13:10:24.714" v="724" actId="6264"/>
          <ac:spMkLst>
            <pc:docMk/>
            <pc:sldMk cId="1766027571" sldId="304"/>
            <ac:spMk id="3" creationId="{00000000-0000-0000-0000-000000000000}"/>
          </ac:spMkLst>
        </pc:spChg>
        <pc:spChg chg="add del mod">
          <ac:chgData name="Sebastian Broers" userId="c3680e268fc62312" providerId="LiveId" clId="{447326CD-6B51-4AD7-BF8D-14BBB7B883D3}" dt="2021-05-10T13:10:24.714" v="724" actId="6264"/>
          <ac:spMkLst>
            <pc:docMk/>
            <pc:sldMk cId="1766027571" sldId="304"/>
            <ac:spMk id="4" creationId="{25CFB7E6-672F-4749-A1D6-B643C515E3E4}"/>
          </ac:spMkLst>
        </pc:spChg>
        <pc:spChg chg="mod ord">
          <ac:chgData name="Sebastian Broers" userId="c3680e268fc62312" providerId="LiveId" clId="{447326CD-6B51-4AD7-BF8D-14BBB7B883D3}" dt="2021-05-10T13:10:24.714" v="724" actId="6264"/>
          <ac:spMkLst>
            <pc:docMk/>
            <pc:sldMk cId="1766027571" sldId="304"/>
            <ac:spMk id="5" creationId="{00000000-0000-0000-0000-000000000000}"/>
          </ac:spMkLst>
        </pc:spChg>
        <pc:spChg chg="add del mod">
          <ac:chgData name="Sebastian Broers" userId="c3680e268fc62312" providerId="LiveId" clId="{447326CD-6B51-4AD7-BF8D-14BBB7B883D3}" dt="2021-05-10T13:10:24.714" v="724" actId="6264"/>
          <ac:spMkLst>
            <pc:docMk/>
            <pc:sldMk cId="1766027571" sldId="304"/>
            <ac:spMk id="6" creationId="{5DEB574C-51CD-475D-B78A-B2952570BD49}"/>
          </ac:spMkLst>
        </pc:spChg>
        <pc:spChg chg="mod ord">
          <ac:chgData name="Sebastian Broers" userId="c3680e268fc62312" providerId="LiveId" clId="{447326CD-6B51-4AD7-BF8D-14BBB7B883D3}" dt="2021-05-10T13:10:24.714" v="724" actId="6264"/>
          <ac:spMkLst>
            <pc:docMk/>
            <pc:sldMk cId="1766027571" sldId="304"/>
            <ac:spMk id="8" creationId="{40EABAF9-AFBD-45F0-A303-28005BECD7D3}"/>
          </ac:spMkLst>
        </pc:spChg>
        <pc:spChg chg="add del mod">
          <ac:chgData name="Sebastian Broers" userId="c3680e268fc62312" providerId="LiveId" clId="{447326CD-6B51-4AD7-BF8D-14BBB7B883D3}" dt="2021-05-10T13:10:24.714" v="724" actId="6264"/>
          <ac:spMkLst>
            <pc:docMk/>
            <pc:sldMk cId="1766027571" sldId="304"/>
            <ac:spMk id="9" creationId="{713A97CD-9363-4797-AFED-ABBAFCE95E76}"/>
          </ac:spMkLst>
        </pc:spChg>
        <pc:spChg chg="add del mod">
          <ac:chgData name="Sebastian Broers" userId="c3680e268fc62312" providerId="LiveId" clId="{447326CD-6B51-4AD7-BF8D-14BBB7B883D3}" dt="2021-05-10T13:10:24.714" v="724" actId="6264"/>
          <ac:spMkLst>
            <pc:docMk/>
            <pc:sldMk cId="1766027571" sldId="304"/>
            <ac:spMk id="10" creationId="{9075644D-C152-4D14-8E46-853C7104CCF8}"/>
          </ac:spMkLst>
        </pc:spChg>
        <pc:spChg chg="mod ord">
          <ac:chgData name="Sebastian Broers" userId="c3680e268fc62312" providerId="LiveId" clId="{447326CD-6B51-4AD7-BF8D-14BBB7B883D3}" dt="2021-05-10T13:11:10.327" v="734" actId="27636"/>
          <ac:spMkLst>
            <pc:docMk/>
            <pc:sldMk cId="1766027571" sldId="304"/>
            <ac:spMk id="11" creationId="{00000000-0000-0000-0000-000000000000}"/>
          </ac:spMkLst>
        </pc:spChg>
        <pc:spChg chg="add del mod ord">
          <ac:chgData name="Sebastian Broers" userId="c3680e268fc62312" providerId="LiveId" clId="{447326CD-6B51-4AD7-BF8D-14BBB7B883D3}" dt="2021-05-10T13:10:35.150" v="726" actId="478"/>
          <ac:spMkLst>
            <pc:docMk/>
            <pc:sldMk cId="1766027571" sldId="304"/>
            <ac:spMk id="12" creationId="{6CDC72F3-0F3E-4B7B-8C55-5286C4992D38}"/>
          </ac:spMkLst>
        </pc:spChg>
        <pc:spChg chg="mod ord">
          <ac:chgData name="Sebastian Broers" userId="c3680e268fc62312" providerId="LiveId" clId="{447326CD-6B51-4AD7-BF8D-14BBB7B883D3}" dt="2021-05-10T13:11:22.826" v="735" actId="1076"/>
          <ac:spMkLst>
            <pc:docMk/>
            <pc:sldMk cId="1766027571" sldId="304"/>
            <ac:spMk id="13" creationId="{00000000-0000-0000-0000-000000000000}"/>
          </ac:spMkLst>
        </pc:spChg>
        <pc:grpChg chg="add del mod">
          <ac:chgData name="Sebastian Broers" userId="c3680e268fc62312" providerId="LiveId" clId="{447326CD-6B51-4AD7-BF8D-14BBB7B883D3}" dt="2021-05-10T13:10:40.148" v="729"/>
          <ac:grpSpMkLst>
            <pc:docMk/>
            <pc:sldMk cId="1766027571" sldId="304"/>
            <ac:grpSpMk id="14" creationId="{9325DEA9-CFF8-4616-92BE-F5F24019C581}"/>
          </ac:grpSpMkLst>
        </pc:grpChg>
        <pc:grpChg chg="add mod">
          <ac:chgData name="Sebastian Broers" userId="c3680e268fc62312" providerId="LiveId" clId="{447326CD-6B51-4AD7-BF8D-14BBB7B883D3}" dt="2021-05-10T13:11:27.128" v="736" actId="1076"/>
          <ac:grpSpMkLst>
            <pc:docMk/>
            <pc:sldMk cId="1766027571" sldId="304"/>
            <ac:grpSpMk id="20" creationId="{7FB048E1-80F4-491E-A1AA-4116D48468D4}"/>
          </ac:grpSpMkLst>
        </pc:grpChg>
        <pc:picChg chg="del">
          <ac:chgData name="Sebastian Broers" userId="c3680e268fc62312" providerId="LiveId" clId="{447326CD-6B51-4AD7-BF8D-14BBB7B883D3}" dt="2021-05-10T13:10:21.317" v="723" actId="478"/>
          <ac:picMkLst>
            <pc:docMk/>
            <pc:sldMk cId="1766027571" sldId="304"/>
            <ac:picMk id="7" creationId="{EAFE9306-7552-4F40-9420-B3BDF93D34F7}"/>
          </ac:picMkLst>
        </pc:picChg>
        <pc:picChg chg="mod">
          <ac:chgData name="Sebastian Broers" userId="c3680e268fc62312" providerId="LiveId" clId="{447326CD-6B51-4AD7-BF8D-14BBB7B883D3}" dt="2021-05-10T13:10:38.357" v="728"/>
          <ac:picMkLst>
            <pc:docMk/>
            <pc:sldMk cId="1766027571" sldId="304"/>
            <ac:picMk id="15" creationId="{F30A9CC0-226E-42C5-B46D-27A18D68046A}"/>
          </ac:picMkLst>
        </pc:picChg>
        <pc:picChg chg="mod">
          <ac:chgData name="Sebastian Broers" userId="c3680e268fc62312" providerId="LiveId" clId="{447326CD-6B51-4AD7-BF8D-14BBB7B883D3}" dt="2021-05-10T13:10:38.357" v="728"/>
          <ac:picMkLst>
            <pc:docMk/>
            <pc:sldMk cId="1766027571" sldId="304"/>
            <ac:picMk id="16" creationId="{F0DE7210-BA27-4436-A7C3-F741AFDD66DA}"/>
          </ac:picMkLst>
        </pc:picChg>
        <pc:picChg chg="mod">
          <ac:chgData name="Sebastian Broers" userId="c3680e268fc62312" providerId="LiveId" clId="{447326CD-6B51-4AD7-BF8D-14BBB7B883D3}" dt="2021-05-10T13:10:38.357" v="728"/>
          <ac:picMkLst>
            <pc:docMk/>
            <pc:sldMk cId="1766027571" sldId="304"/>
            <ac:picMk id="17" creationId="{99CE917E-71EB-4AA8-BB0B-7FF94B358866}"/>
          </ac:picMkLst>
        </pc:picChg>
        <pc:picChg chg="mod">
          <ac:chgData name="Sebastian Broers" userId="c3680e268fc62312" providerId="LiveId" clId="{447326CD-6B51-4AD7-BF8D-14BBB7B883D3}" dt="2021-05-10T13:10:49.043" v="730"/>
          <ac:picMkLst>
            <pc:docMk/>
            <pc:sldMk cId="1766027571" sldId="304"/>
            <ac:picMk id="21" creationId="{B0C5FB2E-4333-4910-BCA5-D1D85CBE7B09}"/>
          </ac:picMkLst>
        </pc:picChg>
        <pc:picChg chg="mod">
          <ac:chgData name="Sebastian Broers" userId="c3680e268fc62312" providerId="LiveId" clId="{447326CD-6B51-4AD7-BF8D-14BBB7B883D3}" dt="2021-05-10T13:10:49.043" v="730"/>
          <ac:picMkLst>
            <pc:docMk/>
            <pc:sldMk cId="1766027571" sldId="304"/>
            <ac:picMk id="22" creationId="{FE17DBDB-4343-4377-BFDD-F1C0365C663A}"/>
          </ac:picMkLst>
        </pc:picChg>
        <pc:picChg chg="mod">
          <ac:chgData name="Sebastian Broers" userId="c3680e268fc62312" providerId="LiveId" clId="{447326CD-6B51-4AD7-BF8D-14BBB7B883D3}" dt="2021-05-10T13:10:49.043" v="730"/>
          <ac:picMkLst>
            <pc:docMk/>
            <pc:sldMk cId="1766027571" sldId="304"/>
            <ac:picMk id="23" creationId="{0871D4D1-B276-48AE-9C85-8AB914C55383}"/>
          </ac:picMkLst>
        </pc:picChg>
        <pc:cxnChg chg="mod">
          <ac:chgData name="Sebastian Broers" userId="c3680e268fc62312" providerId="LiveId" clId="{447326CD-6B51-4AD7-BF8D-14BBB7B883D3}" dt="2021-05-10T13:10:38.357" v="728"/>
          <ac:cxnSpMkLst>
            <pc:docMk/>
            <pc:sldMk cId="1766027571" sldId="304"/>
            <ac:cxnSpMk id="18" creationId="{607142A1-29E6-49CA-AC0E-69ED2F2BB135}"/>
          </ac:cxnSpMkLst>
        </pc:cxnChg>
        <pc:cxnChg chg="mod">
          <ac:chgData name="Sebastian Broers" userId="c3680e268fc62312" providerId="LiveId" clId="{447326CD-6B51-4AD7-BF8D-14BBB7B883D3}" dt="2021-05-10T13:10:38.357" v="728"/>
          <ac:cxnSpMkLst>
            <pc:docMk/>
            <pc:sldMk cId="1766027571" sldId="304"/>
            <ac:cxnSpMk id="19" creationId="{27921800-7A41-464A-AAB8-B0C539702B60}"/>
          </ac:cxnSpMkLst>
        </pc:cxnChg>
        <pc:cxnChg chg="mod">
          <ac:chgData name="Sebastian Broers" userId="c3680e268fc62312" providerId="LiveId" clId="{447326CD-6B51-4AD7-BF8D-14BBB7B883D3}" dt="2021-05-10T13:10:49.043" v="730"/>
          <ac:cxnSpMkLst>
            <pc:docMk/>
            <pc:sldMk cId="1766027571" sldId="304"/>
            <ac:cxnSpMk id="24" creationId="{6D795CAB-0A81-44A1-96EB-468E1C5F750B}"/>
          </ac:cxnSpMkLst>
        </pc:cxnChg>
        <pc:cxnChg chg="mod">
          <ac:chgData name="Sebastian Broers" userId="c3680e268fc62312" providerId="LiveId" clId="{447326CD-6B51-4AD7-BF8D-14BBB7B883D3}" dt="2021-05-10T13:10:49.043" v="730"/>
          <ac:cxnSpMkLst>
            <pc:docMk/>
            <pc:sldMk cId="1766027571" sldId="304"/>
            <ac:cxnSpMk id="25" creationId="{53DC1769-8924-4A5A-85A6-0C4658DC51F3}"/>
          </ac:cxnSpMkLst>
        </pc:cxnChg>
      </pc:sldChg>
      <pc:sldChg chg="del">
        <pc:chgData name="Sebastian Broers" userId="c3680e268fc62312" providerId="LiveId" clId="{447326CD-6B51-4AD7-BF8D-14BBB7B883D3}" dt="2021-05-10T12:15:48.956" v="78" actId="47"/>
        <pc:sldMkLst>
          <pc:docMk/>
          <pc:sldMk cId="1562949324" sldId="305"/>
        </pc:sldMkLst>
      </pc:sldChg>
      <pc:sldChg chg="addSp delSp modSp add mod modNotesTx">
        <pc:chgData name="Sebastian Broers" userId="c3680e268fc62312" providerId="LiveId" clId="{447326CD-6B51-4AD7-BF8D-14BBB7B883D3}" dt="2021-05-10T13:13:42.031" v="753" actId="20577"/>
        <pc:sldMkLst>
          <pc:docMk/>
          <pc:sldMk cId="1831770711" sldId="305"/>
        </pc:sldMkLst>
        <pc:spChg chg="add del mod">
          <ac:chgData name="Sebastian Broers" userId="c3680e268fc62312" providerId="LiveId" clId="{447326CD-6B51-4AD7-BF8D-14BBB7B883D3}" dt="2021-05-10T13:11:45.743" v="739" actId="478"/>
          <ac:spMkLst>
            <pc:docMk/>
            <pc:sldMk cId="1831770711" sldId="305"/>
            <ac:spMk id="4" creationId="{80C73AD5-7D9B-4111-AE28-FE326D88046E}"/>
          </ac:spMkLst>
        </pc:spChg>
        <pc:spChg chg="del">
          <ac:chgData name="Sebastian Broers" userId="c3680e268fc62312" providerId="LiveId" clId="{447326CD-6B51-4AD7-BF8D-14BBB7B883D3}" dt="2021-05-10T13:11:44.334" v="738" actId="478"/>
          <ac:spMkLst>
            <pc:docMk/>
            <pc:sldMk cId="1831770711" sldId="305"/>
            <ac:spMk id="13" creationId="{00000000-0000-0000-0000-000000000000}"/>
          </ac:spMkLst>
        </pc:spChg>
        <pc:grpChg chg="add del mod">
          <ac:chgData name="Sebastian Broers" userId="c3680e268fc62312" providerId="LiveId" clId="{447326CD-6B51-4AD7-BF8D-14BBB7B883D3}" dt="2021-05-10T13:11:55.247" v="744"/>
          <ac:grpSpMkLst>
            <pc:docMk/>
            <pc:sldMk cId="1831770711" sldId="305"/>
            <ac:grpSpMk id="15" creationId="{04B1AA7B-A6EE-41F6-8D46-19D60491154C}"/>
          </ac:grpSpMkLst>
        </pc:grpChg>
        <pc:grpChg chg="del">
          <ac:chgData name="Sebastian Broers" userId="c3680e268fc62312" providerId="LiveId" clId="{447326CD-6B51-4AD7-BF8D-14BBB7B883D3}" dt="2021-05-10T13:11:46.556" v="740" actId="478"/>
          <ac:grpSpMkLst>
            <pc:docMk/>
            <pc:sldMk cId="1831770711" sldId="305"/>
            <ac:grpSpMk id="20" creationId="{7FB048E1-80F4-491E-A1AA-4116D48468D4}"/>
          </ac:grpSpMkLst>
        </pc:grpChg>
        <pc:picChg chg="add mod">
          <ac:chgData name="Sebastian Broers" userId="c3680e268fc62312" providerId="LiveId" clId="{447326CD-6B51-4AD7-BF8D-14BBB7B883D3}" dt="2021-05-10T13:12:10.345" v="748" actId="1076"/>
          <ac:picMkLst>
            <pc:docMk/>
            <pc:sldMk cId="1831770711" sldId="305"/>
            <ac:picMk id="6" creationId="{8BE8C3B0-D330-479C-8E94-5A066C7A55B0}"/>
          </ac:picMkLst>
        </pc:picChg>
        <pc:picChg chg="mod">
          <ac:chgData name="Sebastian Broers" userId="c3680e268fc62312" providerId="LiveId" clId="{447326CD-6B51-4AD7-BF8D-14BBB7B883D3}" dt="2021-05-10T13:11:49.271" v="741"/>
          <ac:picMkLst>
            <pc:docMk/>
            <pc:sldMk cId="1831770711" sldId="305"/>
            <ac:picMk id="16" creationId="{DFE3DF4C-D8B4-427D-93AB-6119AC60AF90}"/>
          </ac:picMkLst>
        </pc:picChg>
        <pc:picChg chg="mod">
          <ac:chgData name="Sebastian Broers" userId="c3680e268fc62312" providerId="LiveId" clId="{447326CD-6B51-4AD7-BF8D-14BBB7B883D3}" dt="2021-05-10T13:11:49.271" v="741"/>
          <ac:picMkLst>
            <pc:docMk/>
            <pc:sldMk cId="1831770711" sldId="305"/>
            <ac:picMk id="17" creationId="{A7A38BA0-B824-41AB-A0E5-1A581CFD98E8}"/>
          </ac:picMkLst>
        </pc:picChg>
        <pc:picChg chg="mod">
          <ac:chgData name="Sebastian Broers" userId="c3680e268fc62312" providerId="LiveId" clId="{447326CD-6B51-4AD7-BF8D-14BBB7B883D3}" dt="2021-05-10T13:11:49.271" v="741"/>
          <ac:picMkLst>
            <pc:docMk/>
            <pc:sldMk cId="1831770711" sldId="305"/>
            <ac:picMk id="19" creationId="{5F04DBC6-053C-462C-AD6A-2B29DD2EB5FE}"/>
          </ac:picMkLst>
        </pc:picChg>
        <pc:cxnChg chg="mod">
          <ac:chgData name="Sebastian Broers" userId="c3680e268fc62312" providerId="LiveId" clId="{447326CD-6B51-4AD7-BF8D-14BBB7B883D3}" dt="2021-05-10T13:11:49.271" v="741"/>
          <ac:cxnSpMkLst>
            <pc:docMk/>
            <pc:sldMk cId="1831770711" sldId="305"/>
            <ac:cxnSpMk id="18" creationId="{D4A3799A-B38C-489E-9756-80588A7AB7B6}"/>
          </ac:cxnSpMkLst>
        </pc:cxnChg>
        <pc:cxnChg chg="mod">
          <ac:chgData name="Sebastian Broers" userId="c3680e268fc62312" providerId="LiveId" clId="{447326CD-6B51-4AD7-BF8D-14BBB7B883D3}" dt="2021-05-10T13:11:49.271" v="741"/>
          <ac:cxnSpMkLst>
            <pc:docMk/>
            <pc:sldMk cId="1831770711" sldId="305"/>
            <ac:cxnSpMk id="26" creationId="{BF5EA8C0-0460-4E83-99E5-559259CB29DA}"/>
          </ac:cxnSpMkLst>
        </pc:cxnChg>
      </pc:sldChg>
      <pc:sldChg chg="modSp add mod modNotesTx">
        <pc:chgData name="Sebastian Broers" userId="c3680e268fc62312" providerId="LiveId" clId="{447326CD-6B51-4AD7-BF8D-14BBB7B883D3}" dt="2021-05-10T13:17:22.017" v="793"/>
        <pc:sldMkLst>
          <pc:docMk/>
          <pc:sldMk cId="1906228987" sldId="306"/>
        </pc:sldMkLst>
        <pc:spChg chg="mod">
          <ac:chgData name="Sebastian Broers" userId="c3680e268fc62312" providerId="LiveId" clId="{447326CD-6B51-4AD7-BF8D-14BBB7B883D3}" dt="2021-05-10T13:17:22.017" v="793"/>
          <ac:spMkLst>
            <pc:docMk/>
            <pc:sldMk cId="1906228987" sldId="306"/>
            <ac:spMk id="11" creationId="{00000000-0000-0000-0000-000000000000}"/>
          </ac:spMkLst>
        </pc:spChg>
        <pc:spChg chg="mod">
          <ac:chgData name="Sebastian Broers" userId="c3680e268fc62312" providerId="LiveId" clId="{447326CD-6B51-4AD7-BF8D-14BBB7B883D3}" dt="2021-05-10T13:14:49.535" v="787" actId="20577"/>
          <ac:spMkLst>
            <pc:docMk/>
            <pc:sldMk cId="1906228987" sldId="306"/>
            <ac:spMk id="13" creationId="{00000000-0000-0000-0000-000000000000}"/>
          </ac:spMkLst>
        </pc:spChg>
      </pc:sldChg>
      <pc:sldChg chg="del">
        <pc:chgData name="Sebastian Broers" userId="c3680e268fc62312" providerId="LiveId" clId="{447326CD-6B51-4AD7-BF8D-14BBB7B883D3}" dt="2021-05-10T12:15:49.651" v="79" actId="47"/>
        <pc:sldMkLst>
          <pc:docMk/>
          <pc:sldMk cId="3956300924" sldId="306"/>
        </pc:sldMkLst>
      </pc:sldChg>
      <pc:sldChg chg="del">
        <pc:chgData name="Sebastian Broers" userId="c3680e268fc62312" providerId="LiveId" clId="{447326CD-6B51-4AD7-BF8D-14BBB7B883D3}" dt="2021-05-10T12:15:50.107" v="80" actId="47"/>
        <pc:sldMkLst>
          <pc:docMk/>
          <pc:sldMk cId="1114575058" sldId="307"/>
        </pc:sldMkLst>
      </pc:sldChg>
      <pc:sldChg chg="new del">
        <pc:chgData name="Sebastian Broers" userId="c3680e268fc62312" providerId="LiveId" clId="{447326CD-6B51-4AD7-BF8D-14BBB7B883D3}" dt="2021-05-10T13:17:04.603" v="790" actId="47"/>
        <pc:sldMkLst>
          <pc:docMk/>
          <pc:sldMk cId="1583367348" sldId="307"/>
        </pc:sldMkLst>
      </pc:sldChg>
      <pc:sldChg chg="addSp delSp modSp add mod">
        <pc:chgData name="Sebastian Broers" userId="c3680e268fc62312" providerId="LiveId" clId="{447326CD-6B51-4AD7-BF8D-14BBB7B883D3}" dt="2021-05-10T13:18:21.236" v="804" actId="14100"/>
        <pc:sldMkLst>
          <pc:docMk/>
          <pc:sldMk cId="2533667094" sldId="307"/>
        </pc:sldMkLst>
        <pc:spChg chg="mod">
          <ac:chgData name="Sebastian Broers" userId="c3680e268fc62312" providerId="LiveId" clId="{447326CD-6B51-4AD7-BF8D-14BBB7B883D3}" dt="2021-05-10T13:17:25.936" v="794"/>
          <ac:spMkLst>
            <pc:docMk/>
            <pc:sldMk cId="2533667094" sldId="307"/>
            <ac:spMk id="11" creationId="{00000000-0000-0000-0000-000000000000}"/>
          </ac:spMkLst>
        </pc:spChg>
        <pc:spChg chg="mod">
          <ac:chgData name="Sebastian Broers" userId="c3680e268fc62312" providerId="LiveId" clId="{447326CD-6B51-4AD7-BF8D-14BBB7B883D3}" dt="2021-05-10T13:18:21.236" v="804" actId="14100"/>
          <ac:spMkLst>
            <pc:docMk/>
            <pc:sldMk cId="2533667094" sldId="307"/>
            <ac:spMk id="13" creationId="{00000000-0000-0000-0000-000000000000}"/>
          </ac:spMkLst>
        </pc:spChg>
        <pc:grpChg chg="add del mod">
          <ac:chgData name="Sebastian Broers" userId="c3680e268fc62312" providerId="LiveId" clId="{447326CD-6B51-4AD7-BF8D-14BBB7B883D3}" dt="2021-05-10T13:18:20.701" v="803"/>
          <ac:grpSpMkLst>
            <pc:docMk/>
            <pc:sldMk cId="2533667094" sldId="307"/>
            <ac:grpSpMk id="7" creationId="{CF21B8EB-8880-44D7-9EFA-B16D9417BC7A}"/>
          </ac:grpSpMkLst>
        </pc:grpChg>
        <pc:picChg chg="mod">
          <ac:chgData name="Sebastian Broers" userId="c3680e268fc62312" providerId="LiveId" clId="{447326CD-6B51-4AD7-BF8D-14BBB7B883D3}" dt="2021-05-10T13:17:54.143" v="796"/>
          <ac:picMkLst>
            <pc:docMk/>
            <pc:sldMk cId="2533667094" sldId="307"/>
            <ac:picMk id="9" creationId="{07CB0982-2E71-4FEF-BF94-21CEFA4D77FA}"/>
          </ac:picMkLst>
        </pc:picChg>
        <pc:cxnChg chg="mod">
          <ac:chgData name="Sebastian Broers" userId="c3680e268fc62312" providerId="LiveId" clId="{447326CD-6B51-4AD7-BF8D-14BBB7B883D3}" dt="2021-05-10T13:17:54.143" v="796"/>
          <ac:cxnSpMkLst>
            <pc:docMk/>
            <pc:sldMk cId="2533667094" sldId="307"/>
            <ac:cxnSpMk id="10" creationId="{3FC8C54D-49B3-4C28-9417-1CEC9C1ACC50}"/>
          </ac:cxnSpMkLst>
        </pc:cxnChg>
        <pc:cxnChg chg="mod">
          <ac:chgData name="Sebastian Broers" userId="c3680e268fc62312" providerId="LiveId" clId="{447326CD-6B51-4AD7-BF8D-14BBB7B883D3}" dt="2021-05-10T13:17:54.143" v="796"/>
          <ac:cxnSpMkLst>
            <pc:docMk/>
            <pc:sldMk cId="2533667094" sldId="307"/>
            <ac:cxnSpMk id="12" creationId="{AE40FA10-7A2E-45EE-B2CB-7FCC692F99A4}"/>
          </ac:cxnSpMkLst>
        </pc:cxnChg>
        <pc:cxnChg chg="mod">
          <ac:chgData name="Sebastian Broers" userId="c3680e268fc62312" providerId="LiveId" clId="{447326CD-6B51-4AD7-BF8D-14BBB7B883D3}" dt="2021-05-10T13:17:54.143" v="796"/>
          <ac:cxnSpMkLst>
            <pc:docMk/>
            <pc:sldMk cId="2533667094" sldId="307"/>
            <ac:cxnSpMk id="14" creationId="{A1D63B68-F7E2-4072-8207-8B1046BAAB39}"/>
          </ac:cxnSpMkLst>
        </pc:cxnChg>
      </pc:sldChg>
      <pc:sldChg chg="addSp delSp modSp add mod">
        <pc:chgData name="Sebastian Broers" userId="c3680e268fc62312" providerId="LiveId" clId="{447326CD-6B51-4AD7-BF8D-14BBB7B883D3}" dt="2021-05-10T13:18:58.350" v="814" actId="1076"/>
        <pc:sldMkLst>
          <pc:docMk/>
          <pc:sldMk cId="3582625993" sldId="308"/>
        </pc:sldMkLst>
        <pc:spChg chg="add del mod">
          <ac:chgData name="Sebastian Broers" userId="c3680e268fc62312" providerId="LiveId" clId="{447326CD-6B51-4AD7-BF8D-14BBB7B883D3}" dt="2021-05-10T13:18:35.006" v="807" actId="478"/>
          <ac:spMkLst>
            <pc:docMk/>
            <pc:sldMk cId="3582625993" sldId="308"/>
            <ac:spMk id="4" creationId="{DB18CF22-47F7-4057-B9CC-FED302DADB94}"/>
          </ac:spMkLst>
        </pc:spChg>
        <pc:spChg chg="del">
          <ac:chgData name="Sebastian Broers" userId="c3680e268fc62312" providerId="LiveId" clId="{447326CD-6B51-4AD7-BF8D-14BBB7B883D3}" dt="2021-05-10T13:18:34.475" v="806" actId="478"/>
          <ac:spMkLst>
            <pc:docMk/>
            <pc:sldMk cId="3582625993" sldId="308"/>
            <ac:spMk id="13" creationId="{00000000-0000-0000-0000-000000000000}"/>
          </ac:spMkLst>
        </pc:spChg>
        <pc:grpChg chg="add mod">
          <ac:chgData name="Sebastian Broers" userId="c3680e268fc62312" providerId="LiveId" clId="{447326CD-6B51-4AD7-BF8D-14BBB7B883D3}" dt="2021-05-10T13:18:58.350" v="814" actId="1076"/>
          <ac:grpSpMkLst>
            <pc:docMk/>
            <pc:sldMk cId="3582625993" sldId="308"/>
            <ac:grpSpMk id="9" creationId="{020EEFAA-319A-4F35-BB31-5E2E3D59B59E}"/>
          </ac:grpSpMkLst>
        </pc:grpChg>
        <pc:grpChg chg="add mod">
          <ac:chgData name="Sebastian Broers" userId="c3680e268fc62312" providerId="LiveId" clId="{447326CD-6B51-4AD7-BF8D-14BBB7B883D3}" dt="2021-05-10T13:18:55.701" v="813" actId="1076"/>
          <ac:grpSpMkLst>
            <pc:docMk/>
            <pc:sldMk cId="3582625993" sldId="308"/>
            <ac:grpSpMk id="16" creationId="{B2CD3D90-5C92-43E5-AB64-54F802DE81AB}"/>
          </ac:grpSpMkLst>
        </pc:grpChg>
        <pc:picChg chg="mod">
          <ac:chgData name="Sebastian Broers" userId="c3680e268fc62312" providerId="LiveId" clId="{447326CD-6B51-4AD7-BF8D-14BBB7B883D3}" dt="2021-05-10T13:18:35.923" v="808"/>
          <ac:picMkLst>
            <pc:docMk/>
            <pc:sldMk cId="3582625993" sldId="308"/>
            <ac:picMk id="10" creationId="{BC949812-0462-433E-9EFB-8D078B3A7B7F}"/>
          </ac:picMkLst>
        </pc:picChg>
        <pc:picChg chg="mod">
          <ac:chgData name="Sebastian Broers" userId="c3680e268fc62312" providerId="LiveId" clId="{447326CD-6B51-4AD7-BF8D-14BBB7B883D3}" dt="2021-05-10T13:18:48.001" v="811"/>
          <ac:picMkLst>
            <pc:docMk/>
            <pc:sldMk cId="3582625993" sldId="308"/>
            <ac:picMk id="17" creationId="{B0CD0AA8-AD82-4E0C-B96D-39C05EA78BD4}"/>
          </ac:picMkLst>
        </pc:picChg>
        <pc:cxnChg chg="mod">
          <ac:chgData name="Sebastian Broers" userId="c3680e268fc62312" providerId="LiveId" clId="{447326CD-6B51-4AD7-BF8D-14BBB7B883D3}" dt="2021-05-10T13:18:35.923" v="808"/>
          <ac:cxnSpMkLst>
            <pc:docMk/>
            <pc:sldMk cId="3582625993" sldId="308"/>
            <ac:cxnSpMk id="12" creationId="{244EA588-05DC-4F41-BBA1-FC94AFED7ADB}"/>
          </ac:cxnSpMkLst>
        </pc:cxnChg>
        <pc:cxnChg chg="mod">
          <ac:chgData name="Sebastian Broers" userId="c3680e268fc62312" providerId="LiveId" clId="{447326CD-6B51-4AD7-BF8D-14BBB7B883D3}" dt="2021-05-10T13:18:35.923" v="808"/>
          <ac:cxnSpMkLst>
            <pc:docMk/>
            <pc:sldMk cId="3582625993" sldId="308"/>
            <ac:cxnSpMk id="14" creationId="{9C06FC50-3C3F-45BD-A0E3-57643D7AA577}"/>
          </ac:cxnSpMkLst>
        </pc:cxnChg>
        <pc:cxnChg chg="mod">
          <ac:chgData name="Sebastian Broers" userId="c3680e268fc62312" providerId="LiveId" clId="{447326CD-6B51-4AD7-BF8D-14BBB7B883D3}" dt="2021-05-10T13:18:35.923" v="808"/>
          <ac:cxnSpMkLst>
            <pc:docMk/>
            <pc:sldMk cId="3582625993" sldId="308"/>
            <ac:cxnSpMk id="15" creationId="{A81C4CB5-6E3C-428E-9897-434C7D6D5E94}"/>
          </ac:cxnSpMkLst>
        </pc:cxnChg>
        <pc:cxnChg chg="mod">
          <ac:chgData name="Sebastian Broers" userId="c3680e268fc62312" providerId="LiveId" clId="{447326CD-6B51-4AD7-BF8D-14BBB7B883D3}" dt="2021-05-10T13:18:48.001" v="811"/>
          <ac:cxnSpMkLst>
            <pc:docMk/>
            <pc:sldMk cId="3582625993" sldId="308"/>
            <ac:cxnSpMk id="18" creationId="{F061C6F3-BCDD-4779-8F9F-EFDB4B85ECE6}"/>
          </ac:cxnSpMkLst>
        </pc:cxnChg>
      </pc:sldChg>
      <pc:sldChg chg="add del">
        <pc:chgData name="Sebastian Broers" userId="c3680e268fc62312" providerId="LiveId" clId="{447326CD-6B51-4AD7-BF8D-14BBB7B883D3}" dt="2021-05-10T13:19:11.003" v="816" actId="47"/>
        <pc:sldMkLst>
          <pc:docMk/>
          <pc:sldMk cId="599637457" sldId="309"/>
        </pc:sldMkLst>
      </pc:sldChg>
      <pc:sldChg chg="addSp modSp add mod ord">
        <pc:chgData name="Sebastian Broers" userId="c3680e268fc62312" providerId="LiveId" clId="{447326CD-6B51-4AD7-BF8D-14BBB7B883D3}" dt="2021-05-10T13:19:27.863" v="822"/>
        <pc:sldMkLst>
          <pc:docMk/>
          <pc:sldMk cId="2398646073" sldId="309"/>
        </pc:sldMkLst>
        <pc:spChg chg="mod">
          <ac:chgData name="Sebastian Broers" userId="c3680e268fc62312" providerId="LiveId" clId="{447326CD-6B51-4AD7-BF8D-14BBB7B883D3}" dt="2021-05-10T13:19:23.697" v="821"/>
          <ac:spMkLst>
            <pc:docMk/>
            <pc:sldMk cId="2398646073" sldId="309"/>
            <ac:spMk id="13" creationId="{00000000-0000-0000-0000-000000000000}"/>
          </ac:spMkLst>
        </pc:spChg>
        <pc:grpChg chg="add mod">
          <ac:chgData name="Sebastian Broers" userId="c3680e268fc62312" providerId="LiveId" clId="{447326CD-6B51-4AD7-BF8D-14BBB7B883D3}" dt="2021-05-10T13:19:27.863" v="822"/>
          <ac:grpSpMkLst>
            <pc:docMk/>
            <pc:sldMk cId="2398646073" sldId="309"/>
            <ac:grpSpMk id="7" creationId="{A206A7F0-73D5-412B-A18C-A337E0D63AFD}"/>
          </ac:grpSpMkLst>
        </pc:grpChg>
        <pc:picChg chg="mod">
          <ac:chgData name="Sebastian Broers" userId="c3680e268fc62312" providerId="LiveId" clId="{447326CD-6B51-4AD7-BF8D-14BBB7B883D3}" dt="2021-05-10T13:19:27.863" v="822"/>
          <ac:picMkLst>
            <pc:docMk/>
            <pc:sldMk cId="2398646073" sldId="309"/>
            <ac:picMk id="9" creationId="{394B863F-6820-4658-BBCD-3955D0DA56E8}"/>
          </ac:picMkLst>
        </pc:picChg>
        <pc:cxnChg chg="mod">
          <ac:chgData name="Sebastian Broers" userId="c3680e268fc62312" providerId="LiveId" clId="{447326CD-6B51-4AD7-BF8D-14BBB7B883D3}" dt="2021-05-10T13:19:27.863" v="822"/>
          <ac:cxnSpMkLst>
            <pc:docMk/>
            <pc:sldMk cId="2398646073" sldId="309"/>
            <ac:cxnSpMk id="10" creationId="{D7A1172A-B6CE-4F36-8012-665E06465CA9}"/>
          </ac:cxnSpMkLst>
        </pc:cxnChg>
      </pc:sldChg>
      <pc:sldChg chg="del">
        <pc:chgData name="Sebastian Broers" userId="c3680e268fc62312" providerId="LiveId" clId="{447326CD-6B51-4AD7-BF8D-14BBB7B883D3}" dt="2021-05-10T12:15:50.923" v="82" actId="47"/>
        <pc:sldMkLst>
          <pc:docMk/>
          <pc:sldMk cId="2799607331" sldId="309"/>
        </pc:sldMkLst>
      </pc:sldChg>
      <pc:sldChg chg="del">
        <pc:chgData name="Sebastian Broers" userId="c3680e268fc62312" providerId="LiveId" clId="{447326CD-6B51-4AD7-BF8D-14BBB7B883D3}" dt="2021-05-10T12:15:51.461" v="83" actId="47"/>
        <pc:sldMkLst>
          <pc:docMk/>
          <pc:sldMk cId="2699231777" sldId="310"/>
        </pc:sldMkLst>
      </pc:sldChg>
      <pc:sldChg chg="addSp delSp modSp add mod">
        <pc:chgData name="Sebastian Broers" userId="c3680e268fc62312" providerId="LiveId" clId="{447326CD-6B51-4AD7-BF8D-14BBB7B883D3}" dt="2021-05-10T13:20:38.583" v="827"/>
        <pc:sldMkLst>
          <pc:docMk/>
          <pc:sldMk cId="3071765706" sldId="310"/>
        </pc:sldMkLst>
        <pc:spChg chg="mod">
          <ac:chgData name="Sebastian Broers" userId="c3680e268fc62312" providerId="LiveId" clId="{447326CD-6B51-4AD7-BF8D-14BBB7B883D3}" dt="2021-05-10T13:20:38.583" v="827"/>
          <ac:spMkLst>
            <pc:docMk/>
            <pc:sldMk cId="3071765706" sldId="310"/>
            <ac:spMk id="13" creationId="{00000000-0000-0000-0000-000000000000}"/>
          </ac:spMkLst>
        </pc:spChg>
        <pc:grpChg chg="del mod">
          <ac:chgData name="Sebastian Broers" userId="c3680e268fc62312" providerId="LiveId" clId="{447326CD-6B51-4AD7-BF8D-14BBB7B883D3}" dt="2021-05-10T13:20:27.660" v="825" actId="478"/>
          <ac:grpSpMkLst>
            <pc:docMk/>
            <pc:sldMk cId="3071765706" sldId="310"/>
            <ac:grpSpMk id="7" creationId="{A206A7F0-73D5-412B-A18C-A337E0D63AFD}"/>
          </ac:grpSpMkLst>
        </pc:grpChg>
        <pc:grpChg chg="add mod">
          <ac:chgData name="Sebastian Broers" userId="c3680e268fc62312" providerId="LiveId" clId="{447326CD-6B51-4AD7-BF8D-14BBB7B883D3}" dt="2021-05-10T13:20:28.679" v="826"/>
          <ac:grpSpMkLst>
            <pc:docMk/>
            <pc:sldMk cId="3071765706" sldId="310"/>
            <ac:grpSpMk id="12" creationId="{92CE1AC9-8E63-48CE-B75D-1C7018023190}"/>
          </ac:grpSpMkLst>
        </pc:grpChg>
        <pc:picChg chg="mod">
          <ac:chgData name="Sebastian Broers" userId="c3680e268fc62312" providerId="LiveId" clId="{447326CD-6B51-4AD7-BF8D-14BBB7B883D3}" dt="2021-05-10T13:20:28.679" v="826"/>
          <ac:picMkLst>
            <pc:docMk/>
            <pc:sldMk cId="3071765706" sldId="310"/>
            <ac:picMk id="14" creationId="{AC2A6C6B-D060-416C-B30D-F904C29376D8}"/>
          </ac:picMkLst>
        </pc:picChg>
        <pc:cxnChg chg="mod">
          <ac:chgData name="Sebastian Broers" userId="c3680e268fc62312" providerId="LiveId" clId="{447326CD-6B51-4AD7-BF8D-14BBB7B883D3}" dt="2021-05-10T13:20:28.679" v="826"/>
          <ac:cxnSpMkLst>
            <pc:docMk/>
            <pc:sldMk cId="3071765706" sldId="310"/>
            <ac:cxnSpMk id="15" creationId="{2AABDE70-407D-48FB-BDF1-5420E1A5A627}"/>
          </ac:cxnSpMkLst>
        </pc:cxnChg>
      </pc:sldChg>
      <pc:sldChg chg="del">
        <pc:chgData name="Sebastian Broers" userId="c3680e268fc62312" providerId="LiveId" clId="{447326CD-6B51-4AD7-BF8D-14BBB7B883D3}" dt="2021-05-10T12:15:51.838" v="84" actId="47"/>
        <pc:sldMkLst>
          <pc:docMk/>
          <pc:sldMk cId="274494292" sldId="311"/>
        </pc:sldMkLst>
      </pc:sldChg>
      <pc:sldChg chg="addSp delSp modSp add mod">
        <pc:chgData name="Sebastian Broers" userId="c3680e268fc62312" providerId="LiveId" clId="{447326CD-6B51-4AD7-BF8D-14BBB7B883D3}" dt="2021-05-10T13:21:07.331" v="833"/>
        <pc:sldMkLst>
          <pc:docMk/>
          <pc:sldMk cId="1319926603" sldId="311"/>
        </pc:sldMkLst>
        <pc:spChg chg="mod">
          <ac:chgData name="Sebastian Broers" userId="c3680e268fc62312" providerId="LiveId" clId="{447326CD-6B51-4AD7-BF8D-14BBB7B883D3}" dt="2021-05-10T13:21:07.331" v="833"/>
          <ac:spMkLst>
            <pc:docMk/>
            <pc:sldMk cId="1319926603" sldId="311"/>
            <ac:spMk id="13" creationId="{00000000-0000-0000-0000-000000000000}"/>
          </ac:spMkLst>
        </pc:spChg>
        <pc:grpChg chg="del">
          <ac:chgData name="Sebastian Broers" userId="c3680e268fc62312" providerId="LiveId" clId="{447326CD-6B51-4AD7-BF8D-14BBB7B883D3}" dt="2021-05-10T13:20:48.231" v="829" actId="478"/>
          <ac:grpSpMkLst>
            <pc:docMk/>
            <pc:sldMk cId="1319926603" sldId="311"/>
            <ac:grpSpMk id="12" creationId="{92CE1AC9-8E63-48CE-B75D-1C7018023190}"/>
          </ac:grpSpMkLst>
        </pc:grpChg>
        <pc:picChg chg="add mod">
          <ac:chgData name="Sebastian Broers" userId="c3680e268fc62312" providerId="LiveId" clId="{447326CD-6B51-4AD7-BF8D-14BBB7B883D3}" dt="2021-05-10T13:20:51.314" v="831"/>
          <ac:picMkLst>
            <pc:docMk/>
            <pc:sldMk cId="1319926603" sldId="311"/>
            <ac:picMk id="10" creationId="{7F238BA6-DC90-4841-A286-92FF124D4BB7}"/>
          </ac:picMkLst>
        </pc:picChg>
        <pc:picChg chg="del topLvl">
          <ac:chgData name="Sebastian Broers" userId="c3680e268fc62312" providerId="LiveId" clId="{447326CD-6B51-4AD7-BF8D-14BBB7B883D3}" dt="2021-05-10T13:20:48.231" v="829" actId="478"/>
          <ac:picMkLst>
            <pc:docMk/>
            <pc:sldMk cId="1319926603" sldId="311"/>
            <ac:picMk id="14" creationId="{AC2A6C6B-D060-416C-B30D-F904C29376D8}"/>
          </ac:picMkLst>
        </pc:picChg>
        <pc:cxnChg chg="del topLvl">
          <ac:chgData name="Sebastian Broers" userId="c3680e268fc62312" providerId="LiveId" clId="{447326CD-6B51-4AD7-BF8D-14BBB7B883D3}" dt="2021-05-10T13:20:50.425" v="830" actId="478"/>
          <ac:cxnSpMkLst>
            <pc:docMk/>
            <pc:sldMk cId="1319926603" sldId="311"/>
            <ac:cxnSpMk id="15" creationId="{2AABDE70-407D-48FB-BDF1-5420E1A5A627}"/>
          </ac:cxnSpMkLst>
        </pc:cxnChg>
        <pc:cxnChg chg="add mod">
          <ac:chgData name="Sebastian Broers" userId="c3680e268fc62312" providerId="LiveId" clId="{447326CD-6B51-4AD7-BF8D-14BBB7B883D3}" dt="2021-05-10T13:20:59.947" v="832"/>
          <ac:cxnSpMkLst>
            <pc:docMk/>
            <pc:sldMk cId="1319926603" sldId="311"/>
            <ac:cxnSpMk id="16" creationId="{A2526CF2-4406-4683-890C-CA2281BA016D}"/>
          </ac:cxnSpMkLst>
        </pc:cxnChg>
      </pc:sldChg>
      <pc:sldChg chg="del">
        <pc:chgData name="Sebastian Broers" userId="c3680e268fc62312" providerId="LiveId" clId="{447326CD-6B51-4AD7-BF8D-14BBB7B883D3}" dt="2021-05-10T12:15:52.308" v="85" actId="47"/>
        <pc:sldMkLst>
          <pc:docMk/>
          <pc:sldMk cId="3837246204" sldId="312"/>
        </pc:sldMkLst>
      </pc:sldChg>
      <pc:sldChg chg="addSp delSp modSp add mod">
        <pc:chgData name="Sebastian Broers" userId="c3680e268fc62312" providerId="LiveId" clId="{447326CD-6B51-4AD7-BF8D-14BBB7B883D3}" dt="2021-05-10T13:21:30.730" v="838"/>
        <pc:sldMkLst>
          <pc:docMk/>
          <pc:sldMk cId="4096872522" sldId="312"/>
        </pc:sldMkLst>
        <pc:spChg chg="mod">
          <ac:chgData name="Sebastian Broers" userId="c3680e268fc62312" providerId="LiveId" clId="{447326CD-6B51-4AD7-BF8D-14BBB7B883D3}" dt="2021-05-10T13:21:30.730" v="838"/>
          <ac:spMkLst>
            <pc:docMk/>
            <pc:sldMk cId="4096872522" sldId="312"/>
            <ac:spMk id="13" creationId="{00000000-0000-0000-0000-000000000000}"/>
          </ac:spMkLst>
        </pc:spChg>
        <pc:picChg chg="add mod">
          <ac:chgData name="Sebastian Broers" userId="c3680e268fc62312" providerId="LiveId" clId="{447326CD-6B51-4AD7-BF8D-14BBB7B883D3}" dt="2021-05-10T13:21:23.763" v="837"/>
          <ac:picMkLst>
            <pc:docMk/>
            <pc:sldMk cId="4096872522" sldId="312"/>
            <ac:picMk id="9" creationId="{FCD74F8C-A47D-456E-8BEE-F99392F7B20F}"/>
          </ac:picMkLst>
        </pc:picChg>
        <pc:picChg chg="del">
          <ac:chgData name="Sebastian Broers" userId="c3680e268fc62312" providerId="LiveId" clId="{447326CD-6B51-4AD7-BF8D-14BBB7B883D3}" dt="2021-05-10T13:21:19.512" v="835" actId="478"/>
          <ac:picMkLst>
            <pc:docMk/>
            <pc:sldMk cId="4096872522" sldId="312"/>
            <ac:picMk id="10" creationId="{7F238BA6-DC90-4841-A286-92FF124D4BB7}"/>
          </ac:picMkLst>
        </pc:picChg>
        <pc:cxnChg chg="del">
          <ac:chgData name="Sebastian Broers" userId="c3680e268fc62312" providerId="LiveId" clId="{447326CD-6B51-4AD7-BF8D-14BBB7B883D3}" dt="2021-05-10T13:21:20.465" v="836" actId="478"/>
          <ac:cxnSpMkLst>
            <pc:docMk/>
            <pc:sldMk cId="4096872522" sldId="312"/>
            <ac:cxnSpMk id="16" creationId="{A2526CF2-4406-4683-890C-CA2281BA016D}"/>
          </ac:cxnSpMkLst>
        </pc:cxnChg>
      </pc:sldChg>
      <pc:sldChg chg="del">
        <pc:chgData name="Sebastian Broers" userId="c3680e268fc62312" providerId="LiveId" clId="{447326CD-6B51-4AD7-BF8D-14BBB7B883D3}" dt="2021-05-10T12:15:52.803" v="86" actId="47"/>
        <pc:sldMkLst>
          <pc:docMk/>
          <pc:sldMk cId="97201803" sldId="313"/>
        </pc:sldMkLst>
      </pc:sldChg>
      <pc:sldChg chg="addSp delSp modSp add mod chgLayout">
        <pc:chgData name="Sebastian Broers" userId="c3680e268fc62312" providerId="LiveId" clId="{447326CD-6B51-4AD7-BF8D-14BBB7B883D3}" dt="2021-05-10T13:22:22.507" v="849" actId="1076"/>
        <pc:sldMkLst>
          <pc:docMk/>
          <pc:sldMk cId="2192534792" sldId="313"/>
        </pc:sldMkLst>
        <pc:spChg chg="add del mod">
          <ac:chgData name="Sebastian Broers" userId="c3680e268fc62312" providerId="LiveId" clId="{447326CD-6B51-4AD7-BF8D-14BBB7B883D3}" dt="2021-05-10T13:21:44.412" v="841" actId="6264"/>
          <ac:spMkLst>
            <pc:docMk/>
            <pc:sldMk cId="2192534792" sldId="313"/>
            <ac:spMk id="2" creationId="{8E99DE0E-190F-4FE7-BBBF-E5210948FE63}"/>
          </ac:spMkLst>
        </pc:spChg>
        <pc:spChg chg="mod ord">
          <ac:chgData name="Sebastian Broers" userId="c3680e268fc62312" providerId="LiveId" clId="{447326CD-6B51-4AD7-BF8D-14BBB7B883D3}" dt="2021-05-10T13:21:44.412" v="841" actId="6264"/>
          <ac:spMkLst>
            <pc:docMk/>
            <pc:sldMk cId="2192534792" sldId="313"/>
            <ac:spMk id="3" creationId="{00000000-0000-0000-0000-000000000000}"/>
          </ac:spMkLst>
        </pc:spChg>
        <pc:spChg chg="add del mod">
          <ac:chgData name="Sebastian Broers" userId="c3680e268fc62312" providerId="LiveId" clId="{447326CD-6B51-4AD7-BF8D-14BBB7B883D3}" dt="2021-05-10T13:21:44.412" v="841" actId="6264"/>
          <ac:spMkLst>
            <pc:docMk/>
            <pc:sldMk cId="2192534792" sldId="313"/>
            <ac:spMk id="4" creationId="{700638B9-7008-4C03-AD6E-B087ABBA4033}"/>
          </ac:spMkLst>
        </pc:spChg>
        <pc:spChg chg="mod ord">
          <ac:chgData name="Sebastian Broers" userId="c3680e268fc62312" providerId="LiveId" clId="{447326CD-6B51-4AD7-BF8D-14BBB7B883D3}" dt="2021-05-10T13:21:44.412" v="841" actId="6264"/>
          <ac:spMkLst>
            <pc:docMk/>
            <pc:sldMk cId="2192534792" sldId="313"/>
            <ac:spMk id="5" creationId="{00000000-0000-0000-0000-000000000000}"/>
          </ac:spMkLst>
        </pc:spChg>
        <pc:spChg chg="add del mod">
          <ac:chgData name="Sebastian Broers" userId="c3680e268fc62312" providerId="LiveId" clId="{447326CD-6B51-4AD7-BF8D-14BBB7B883D3}" dt="2021-05-10T13:21:44.412" v="841" actId="6264"/>
          <ac:spMkLst>
            <pc:docMk/>
            <pc:sldMk cId="2192534792" sldId="313"/>
            <ac:spMk id="6" creationId="{AA5458C1-ED8F-4362-97C5-6F1AF082CD0A}"/>
          </ac:spMkLst>
        </pc:spChg>
        <pc:spChg chg="add del mod">
          <ac:chgData name="Sebastian Broers" userId="c3680e268fc62312" providerId="LiveId" clId="{447326CD-6B51-4AD7-BF8D-14BBB7B883D3}" dt="2021-05-10T13:21:44.412" v="841" actId="6264"/>
          <ac:spMkLst>
            <pc:docMk/>
            <pc:sldMk cId="2192534792" sldId="313"/>
            <ac:spMk id="7" creationId="{F2B08005-65A9-4E25-B783-C0A4B6DB8C71}"/>
          </ac:spMkLst>
        </pc:spChg>
        <pc:spChg chg="mod ord">
          <ac:chgData name="Sebastian Broers" userId="c3680e268fc62312" providerId="LiveId" clId="{447326CD-6B51-4AD7-BF8D-14BBB7B883D3}" dt="2021-05-10T13:21:44.412" v="841" actId="6264"/>
          <ac:spMkLst>
            <pc:docMk/>
            <pc:sldMk cId="2192534792" sldId="313"/>
            <ac:spMk id="8" creationId="{40EABAF9-AFBD-45F0-A303-28005BECD7D3}"/>
          </ac:spMkLst>
        </pc:spChg>
        <pc:spChg chg="add del mod">
          <ac:chgData name="Sebastian Broers" userId="c3680e268fc62312" providerId="LiveId" clId="{447326CD-6B51-4AD7-BF8D-14BBB7B883D3}" dt="2021-05-10T13:21:44.412" v="841" actId="6264"/>
          <ac:spMkLst>
            <pc:docMk/>
            <pc:sldMk cId="2192534792" sldId="313"/>
            <ac:spMk id="10" creationId="{4469D19E-869D-4168-B13A-1DCEFAB8631F}"/>
          </ac:spMkLst>
        </pc:spChg>
        <pc:spChg chg="mod ord">
          <ac:chgData name="Sebastian Broers" userId="c3680e268fc62312" providerId="LiveId" clId="{447326CD-6B51-4AD7-BF8D-14BBB7B883D3}" dt="2021-05-10T13:21:44.412" v="841" actId="6264"/>
          <ac:spMkLst>
            <pc:docMk/>
            <pc:sldMk cId="2192534792" sldId="313"/>
            <ac:spMk id="11" creationId="{00000000-0000-0000-0000-000000000000}"/>
          </ac:spMkLst>
        </pc:spChg>
        <pc:spChg chg="add del mod ord">
          <ac:chgData name="Sebastian Broers" userId="c3680e268fc62312" providerId="LiveId" clId="{447326CD-6B51-4AD7-BF8D-14BBB7B883D3}" dt="2021-05-10T13:21:46.737" v="842" actId="478"/>
          <ac:spMkLst>
            <pc:docMk/>
            <pc:sldMk cId="2192534792" sldId="313"/>
            <ac:spMk id="12" creationId="{3D6695ED-ACE8-434C-824E-2E27DDE77DD5}"/>
          </ac:spMkLst>
        </pc:spChg>
        <pc:spChg chg="mod ord">
          <ac:chgData name="Sebastian Broers" userId="c3680e268fc62312" providerId="LiveId" clId="{447326CD-6B51-4AD7-BF8D-14BBB7B883D3}" dt="2021-05-10T13:22:16.885" v="847" actId="6549"/>
          <ac:spMkLst>
            <pc:docMk/>
            <pc:sldMk cId="2192534792" sldId="313"/>
            <ac:spMk id="13" creationId="{00000000-0000-0000-0000-000000000000}"/>
          </ac:spMkLst>
        </pc:spChg>
        <pc:spChg chg="mod">
          <ac:chgData name="Sebastian Broers" userId="c3680e268fc62312" providerId="LiveId" clId="{447326CD-6B51-4AD7-BF8D-14BBB7B883D3}" dt="2021-05-10T13:22:18.702" v="848"/>
          <ac:spMkLst>
            <pc:docMk/>
            <pc:sldMk cId="2192534792" sldId="313"/>
            <ac:spMk id="18" creationId="{A6787CD3-FF56-4BEA-94F4-A6A87D2C30B6}"/>
          </ac:spMkLst>
        </pc:spChg>
        <pc:spChg chg="mod">
          <ac:chgData name="Sebastian Broers" userId="c3680e268fc62312" providerId="LiveId" clId="{447326CD-6B51-4AD7-BF8D-14BBB7B883D3}" dt="2021-05-10T13:22:18.702" v="848"/>
          <ac:spMkLst>
            <pc:docMk/>
            <pc:sldMk cId="2192534792" sldId="313"/>
            <ac:spMk id="19" creationId="{FCECB842-9D31-4F4C-8AB2-563EB8969C67}"/>
          </ac:spMkLst>
        </pc:spChg>
        <pc:spChg chg="mod">
          <ac:chgData name="Sebastian Broers" userId="c3680e268fc62312" providerId="LiveId" clId="{447326CD-6B51-4AD7-BF8D-14BBB7B883D3}" dt="2021-05-10T13:22:18.702" v="848"/>
          <ac:spMkLst>
            <pc:docMk/>
            <pc:sldMk cId="2192534792" sldId="313"/>
            <ac:spMk id="20" creationId="{25311047-4F56-4C87-A86E-B7834D542AF0}"/>
          </ac:spMkLst>
        </pc:spChg>
        <pc:spChg chg="mod">
          <ac:chgData name="Sebastian Broers" userId="c3680e268fc62312" providerId="LiveId" clId="{447326CD-6B51-4AD7-BF8D-14BBB7B883D3}" dt="2021-05-10T13:22:18.702" v="848"/>
          <ac:spMkLst>
            <pc:docMk/>
            <pc:sldMk cId="2192534792" sldId="313"/>
            <ac:spMk id="21" creationId="{9BE014A6-73A3-4DDF-A3E6-77767D521694}"/>
          </ac:spMkLst>
        </pc:spChg>
        <pc:grpChg chg="add mod">
          <ac:chgData name="Sebastian Broers" userId="c3680e268fc62312" providerId="LiveId" clId="{447326CD-6B51-4AD7-BF8D-14BBB7B883D3}" dt="2021-05-10T13:22:22.507" v="849" actId="1076"/>
          <ac:grpSpMkLst>
            <pc:docMk/>
            <pc:sldMk cId="2192534792" sldId="313"/>
            <ac:grpSpMk id="14" creationId="{265440FD-F175-429E-B8C4-15ABF3103314}"/>
          </ac:grpSpMkLst>
        </pc:grpChg>
        <pc:picChg chg="del">
          <ac:chgData name="Sebastian Broers" userId="c3680e268fc62312" providerId="LiveId" clId="{447326CD-6B51-4AD7-BF8D-14BBB7B883D3}" dt="2021-05-10T13:21:40.265" v="840" actId="478"/>
          <ac:picMkLst>
            <pc:docMk/>
            <pc:sldMk cId="2192534792" sldId="313"/>
            <ac:picMk id="9" creationId="{FCD74F8C-A47D-456E-8BEE-F99392F7B20F}"/>
          </ac:picMkLst>
        </pc:picChg>
        <pc:picChg chg="mod">
          <ac:chgData name="Sebastian Broers" userId="c3680e268fc62312" providerId="LiveId" clId="{447326CD-6B51-4AD7-BF8D-14BBB7B883D3}" dt="2021-05-10T13:22:18.702" v="848"/>
          <ac:picMkLst>
            <pc:docMk/>
            <pc:sldMk cId="2192534792" sldId="313"/>
            <ac:picMk id="15" creationId="{24881D93-A8A2-43EE-B8B3-A3202D095771}"/>
          </ac:picMkLst>
        </pc:picChg>
        <pc:picChg chg="mod">
          <ac:chgData name="Sebastian Broers" userId="c3680e268fc62312" providerId="LiveId" clId="{447326CD-6B51-4AD7-BF8D-14BBB7B883D3}" dt="2021-05-10T13:22:18.702" v="848"/>
          <ac:picMkLst>
            <pc:docMk/>
            <pc:sldMk cId="2192534792" sldId="313"/>
            <ac:picMk id="16" creationId="{A46FCDA0-36FA-4AAD-9245-2B92CF64059C}"/>
          </ac:picMkLst>
        </pc:picChg>
        <pc:cxnChg chg="mod">
          <ac:chgData name="Sebastian Broers" userId="c3680e268fc62312" providerId="LiveId" clId="{447326CD-6B51-4AD7-BF8D-14BBB7B883D3}" dt="2021-05-10T13:22:18.702" v="848"/>
          <ac:cxnSpMkLst>
            <pc:docMk/>
            <pc:sldMk cId="2192534792" sldId="313"/>
            <ac:cxnSpMk id="17" creationId="{77916F51-78FD-49F2-8C67-4B44669A9248}"/>
          </ac:cxnSpMkLst>
        </pc:cxnChg>
      </pc:sldChg>
      <pc:sldChg chg="del">
        <pc:chgData name="Sebastian Broers" userId="c3680e268fc62312" providerId="LiveId" clId="{447326CD-6B51-4AD7-BF8D-14BBB7B883D3}" dt="2021-05-10T12:15:53.173" v="87" actId="47"/>
        <pc:sldMkLst>
          <pc:docMk/>
          <pc:sldMk cId="1932344621" sldId="314"/>
        </pc:sldMkLst>
      </pc:sldChg>
      <pc:sldChg chg="addSp delSp modSp add mod">
        <pc:chgData name="Sebastian Broers" userId="c3680e268fc62312" providerId="LiveId" clId="{447326CD-6B51-4AD7-BF8D-14BBB7B883D3}" dt="2021-05-10T13:22:59.272" v="853"/>
        <pc:sldMkLst>
          <pc:docMk/>
          <pc:sldMk cId="3188147320" sldId="314"/>
        </pc:sldMkLst>
        <pc:spChg chg="mod">
          <ac:chgData name="Sebastian Broers" userId="c3680e268fc62312" providerId="LiveId" clId="{447326CD-6B51-4AD7-BF8D-14BBB7B883D3}" dt="2021-05-10T13:22:47.713" v="851"/>
          <ac:spMkLst>
            <pc:docMk/>
            <pc:sldMk cId="3188147320" sldId="314"/>
            <ac:spMk id="13" creationId="{00000000-0000-0000-0000-000000000000}"/>
          </ac:spMkLst>
        </pc:spChg>
        <pc:spChg chg="mod">
          <ac:chgData name="Sebastian Broers" userId="c3680e268fc62312" providerId="LiveId" clId="{447326CD-6B51-4AD7-BF8D-14BBB7B883D3}" dt="2021-05-10T13:22:59.272" v="853"/>
          <ac:spMkLst>
            <pc:docMk/>
            <pc:sldMk cId="3188147320" sldId="314"/>
            <ac:spMk id="26" creationId="{8B8830BF-460C-4782-8736-80E55EA17443}"/>
          </ac:spMkLst>
        </pc:spChg>
        <pc:spChg chg="mod">
          <ac:chgData name="Sebastian Broers" userId="c3680e268fc62312" providerId="LiveId" clId="{447326CD-6B51-4AD7-BF8D-14BBB7B883D3}" dt="2021-05-10T13:22:59.272" v="853"/>
          <ac:spMkLst>
            <pc:docMk/>
            <pc:sldMk cId="3188147320" sldId="314"/>
            <ac:spMk id="27" creationId="{0DFB6258-06FD-4FB9-B16C-BD49C10D303D}"/>
          </ac:spMkLst>
        </pc:spChg>
        <pc:spChg chg="mod">
          <ac:chgData name="Sebastian Broers" userId="c3680e268fc62312" providerId="LiveId" clId="{447326CD-6B51-4AD7-BF8D-14BBB7B883D3}" dt="2021-05-10T13:22:59.272" v="853"/>
          <ac:spMkLst>
            <pc:docMk/>
            <pc:sldMk cId="3188147320" sldId="314"/>
            <ac:spMk id="31" creationId="{6049386F-1E81-46CF-A80A-1DB980C21143}"/>
          </ac:spMkLst>
        </pc:spChg>
        <pc:spChg chg="mod">
          <ac:chgData name="Sebastian Broers" userId="c3680e268fc62312" providerId="LiveId" clId="{447326CD-6B51-4AD7-BF8D-14BBB7B883D3}" dt="2021-05-10T13:22:59.272" v="853"/>
          <ac:spMkLst>
            <pc:docMk/>
            <pc:sldMk cId="3188147320" sldId="314"/>
            <ac:spMk id="32" creationId="{0DA43B65-645C-4D7F-A6C9-A316D25F3A3F}"/>
          </ac:spMkLst>
        </pc:spChg>
        <pc:spChg chg="mod">
          <ac:chgData name="Sebastian Broers" userId="c3680e268fc62312" providerId="LiveId" clId="{447326CD-6B51-4AD7-BF8D-14BBB7B883D3}" dt="2021-05-10T13:22:59.272" v="853"/>
          <ac:spMkLst>
            <pc:docMk/>
            <pc:sldMk cId="3188147320" sldId="314"/>
            <ac:spMk id="33" creationId="{E3104E9E-A473-40B3-98C8-48DF816CD1BC}"/>
          </ac:spMkLst>
        </pc:spChg>
        <pc:spChg chg="mod">
          <ac:chgData name="Sebastian Broers" userId="c3680e268fc62312" providerId="LiveId" clId="{447326CD-6B51-4AD7-BF8D-14BBB7B883D3}" dt="2021-05-10T13:22:59.272" v="853"/>
          <ac:spMkLst>
            <pc:docMk/>
            <pc:sldMk cId="3188147320" sldId="314"/>
            <ac:spMk id="34" creationId="{73F1BDB8-8298-4F68-83F8-88A900CD9DC0}"/>
          </ac:spMkLst>
        </pc:spChg>
        <pc:grpChg chg="del">
          <ac:chgData name="Sebastian Broers" userId="c3680e268fc62312" providerId="LiveId" clId="{447326CD-6B51-4AD7-BF8D-14BBB7B883D3}" dt="2021-05-10T13:22:58.347" v="852" actId="478"/>
          <ac:grpSpMkLst>
            <pc:docMk/>
            <pc:sldMk cId="3188147320" sldId="314"/>
            <ac:grpSpMk id="14" creationId="{265440FD-F175-429E-B8C4-15ABF3103314}"/>
          </ac:grpSpMkLst>
        </pc:grpChg>
        <pc:grpChg chg="add mod">
          <ac:chgData name="Sebastian Broers" userId="c3680e268fc62312" providerId="LiveId" clId="{447326CD-6B51-4AD7-BF8D-14BBB7B883D3}" dt="2021-05-10T13:22:59.272" v="853"/>
          <ac:grpSpMkLst>
            <pc:docMk/>
            <pc:sldMk cId="3188147320" sldId="314"/>
            <ac:grpSpMk id="22" creationId="{3581E8E5-F78B-4C41-BEE3-71D2F6DB236C}"/>
          </ac:grpSpMkLst>
        </pc:grpChg>
        <pc:grpChg chg="mod">
          <ac:chgData name="Sebastian Broers" userId="c3680e268fc62312" providerId="LiveId" clId="{447326CD-6B51-4AD7-BF8D-14BBB7B883D3}" dt="2021-05-10T13:22:59.272" v="853"/>
          <ac:grpSpMkLst>
            <pc:docMk/>
            <pc:sldMk cId="3188147320" sldId="314"/>
            <ac:grpSpMk id="23" creationId="{EF766EEB-1743-4940-88D2-72ED50927AD1}"/>
          </ac:grpSpMkLst>
        </pc:grpChg>
        <pc:picChg chg="mod">
          <ac:chgData name="Sebastian Broers" userId="c3680e268fc62312" providerId="LiveId" clId="{447326CD-6B51-4AD7-BF8D-14BBB7B883D3}" dt="2021-05-10T13:22:59.272" v="853"/>
          <ac:picMkLst>
            <pc:docMk/>
            <pc:sldMk cId="3188147320" sldId="314"/>
            <ac:picMk id="24" creationId="{B577FC0D-AE46-422E-B5B9-6CCFB6B56157}"/>
          </ac:picMkLst>
        </pc:picChg>
        <pc:picChg chg="mod">
          <ac:chgData name="Sebastian Broers" userId="c3680e268fc62312" providerId="LiveId" clId="{447326CD-6B51-4AD7-BF8D-14BBB7B883D3}" dt="2021-05-10T13:22:59.272" v="853"/>
          <ac:picMkLst>
            <pc:docMk/>
            <pc:sldMk cId="3188147320" sldId="314"/>
            <ac:picMk id="28" creationId="{572AD55A-7F74-413F-8686-8AFBE25848FC}"/>
          </ac:picMkLst>
        </pc:picChg>
        <pc:picChg chg="mod">
          <ac:chgData name="Sebastian Broers" userId="c3680e268fc62312" providerId="LiveId" clId="{447326CD-6B51-4AD7-BF8D-14BBB7B883D3}" dt="2021-05-10T13:22:59.272" v="853"/>
          <ac:picMkLst>
            <pc:docMk/>
            <pc:sldMk cId="3188147320" sldId="314"/>
            <ac:picMk id="29" creationId="{A6DBCF50-F3EC-4E4B-928E-686FD2E34CAE}"/>
          </ac:picMkLst>
        </pc:picChg>
        <pc:cxnChg chg="mod">
          <ac:chgData name="Sebastian Broers" userId="c3680e268fc62312" providerId="LiveId" clId="{447326CD-6B51-4AD7-BF8D-14BBB7B883D3}" dt="2021-05-10T13:22:59.272" v="853"/>
          <ac:cxnSpMkLst>
            <pc:docMk/>
            <pc:sldMk cId="3188147320" sldId="314"/>
            <ac:cxnSpMk id="25" creationId="{3F94A89D-E054-4E99-9071-C18C63215491}"/>
          </ac:cxnSpMkLst>
        </pc:cxnChg>
        <pc:cxnChg chg="mod">
          <ac:chgData name="Sebastian Broers" userId="c3680e268fc62312" providerId="LiveId" clId="{447326CD-6B51-4AD7-BF8D-14BBB7B883D3}" dt="2021-05-10T13:22:59.272" v="853"/>
          <ac:cxnSpMkLst>
            <pc:docMk/>
            <pc:sldMk cId="3188147320" sldId="314"/>
            <ac:cxnSpMk id="30" creationId="{92AC46A3-7485-4E70-82EA-EDC417FFBE8C}"/>
          </ac:cxnSpMkLst>
        </pc:cxnChg>
      </pc:sldChg>
      <pc:sldChg chg="delSp modSp add mod modNotesTx">
        <pc:chgData name="Sebastian Broers" userId="c3680e268fc62312" providerId="LiveId" clId="{447326CD-6B51-4AD7-BF8D-14BBB7B883D3}" dt="2021-05-10T13:49:48.056" v="867" actId="20577"/>
        <pc:sldMkLst>
          <pc:docMk/>
          <pc:sldMk cId="633642004" sldId="315"/>
        </pc:sldMkLst>
        <pc:spChg chg="mod">
          <ac:chgData name="Sebastian Broers" userId="c3680e268fc62312" providerId="LiveId" clId="{447326CD-6B51-4AD7-BF8D-14BBB7B883D3}" dt="2021-05-10T13:49:16.226" v="865" actId="20577"/>
          <ac:spMkLst>
            <pc:docMk/>
            <pc:sldMk cId="633642004" sldId="315"/>
            <ac:spMk id="13" creationId="{00000000-0000-0000-0000-000000000000}"/>
          </ac:spMkLst>
        </pc:spChg>
        <pc:grpChg chg="del">
          <ac:chgData name="Sebastian Broers" userId="c3680e268fc62312" providerId="LiveId" clId="{447326CD-6B51-4AD7-BF8D-14BBB7B883D3}" dt="2021-05-10T13:48:01.835" v="855" actId="478"/>
          <ac:grpSpMkLst>
            <pc:docMk/>
            <pc:sldMk cId="633642004" sldId="315"/>
            <ac:grpSpMk id="14" creationId="{265440FD-F175-429E-B8C4-15ABF3103314}"/>
          </ac:grpSpMkLst>
        </pc:grpChg>
      </pc:sldChg>
      <pc:sldChg chg="del">
        <pc:chgData name="Sebastian Broers" userId="c3680e268fc62312" providerId="LiveId" clId="{447326CD-6B51-4AD7-BF8D-14BBB7B883D3}" dt="2021-05-10T12:15:53.600" v="88" actId="47"/>
        <pc:sldMkLst>
          <pc:docMk/>
          <pc:sldMk cId="2444414631" sldId="315"/>
        </pc:sldMkLst>
      </pc:sldChg>
      <pc:sldChg chg="del">
        <pc:chgData name="Sebastian Broers" userId="c3680e268fc62312" providerId="LiveId" clId="{447326CD-6B51-4AD7-BF8D-14BBB7B883D3}" dt="2021-05-10T12:15:54.025" v="89" actId="47"/>
        <pc:sldMkLst>
          <pc:docMk/>
          <pc:sldMk cId="2501320617" sldId="316"/>
        </pc:sldMkLst>
      </pc:sldChg>
      <pc:sldChg chg="del">
        <pc:chgData name="Sebastian Broers" userId="c3680e268fc62312" providerId="LiveId" clId="{447326CD-6B51-4AD7-BF8D-14BBB7B883D3}" dt="2021-05-10T12:15:54.426" v="90" actId="47"/>
        <pc:sldMkLst>
          <pc:docMk/>
          <pc:sldMk cId="533000641" sldId="317"/>
        </pc:sldMkLst>
      </pc:sldChg>
      <pc:sldChg chg="del">
        <pc:chgData name="Sebastian Broers" userId="c3680e268fc62312" providerId="LiveId" clId="{447326CD-6B51-4AD7-BF8D-14BBB7B883D3}" dt="2021-05-10T12:15:54.861" v="91" actId="47"/>
        <pc:sldMkLst>
          <pc:docMk/>
          <pc:sldMk cId="2600507056" sldId="318"/>
        </pc:sldMkLst>
      </pc:sldChg>
      <pc:sldChg chg="del">
        <pc:chgData name="Sebastian Broers" userId="c3680e268fc62312" providerId="LiveId" clId="{447326CD-6B51-4AD7-BF8D-14BBB7B883D3}" dt="2021-05-10T12:15:55.246" v="92" actId="47"/>
        <pc:sldMkLst>
          <pc:docMk/>
          <pc:sldMk cId="1024459015" sldId="319"/>
        </pc:sldMkLst>
      </pc:sldChg>
      <pc:sldChg chg="del">
        <pc:chgData name="Sebastian Broers" userId="c3680e268fc62312" providerId="LiveId" clId="{447326CD-6B51-4AD7-BF8D-14BBB7B883D3}" dt="2021-05-10T12:15:55.692" v="93" actId="47"/>
        <pc:sldMkLst>
          <pc:docMk/>
          <pc:sldMk cId="81978256" sldId="32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4CC3F8-EC15-4C79-816A-0B5DA15379FD}" type="datetimeFigureOut">
              <a:rPr lang="de-DE" smtClean="0"/>
              <a:t>12.02.2024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FCAF16-1F45-4B30-B56D-F444CE437A9A}" type="slidenum">
              <a:rPr lang="de-DE" smtClean="0"/>
              <a:t>‹Nr.›</a:t>
            </a:fld>
            <a:endParaRPr lang="de-DE"/>
          </a:p>
        </p:txBody>
      </p:sp>
    </p:spTree>
    <p:extLst>
      <p:ext uri="{BB962C8B-B14F-4D97-AF65-F5344CB8AC3E}">
        <p14:creationId xmlns:p14="http://schemas.microsoft.com/office/powerpoint/2010/main" val="269273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1" dirty="0"/>
          </a:p>
        </p:txBody>
      </p:sp>
      <p:sp>
        <p:nvSpPr>
          <p:cNvPr id="4" name="Foliennummernplatzhalter 3"/>
          <p:cNvSpPr>
            <a:spLocks noGrp="1"/>
          </p:cNvSpPr>
          <p:nvPr>
            <p:ph type="sldNum" sz="quarter" idx="10"/>
          </p:nvPr>
        </p:nvSpPr>
        <p:spPr/>
        <p:txBody>
          <a:bodyPr/>
          <a:lstStyle/>
          <a:p>
            <a:fld id="{65FCAF16-1F45-4B30-B56D-F444CE437A9A}" type="slidenum">
              <a:rPr lang="de-DE" smtClean="0"/>
              <a:t>2</a:t>
            </a:fld>
            <a:endParaRPr lang="de-DE"/>
          </a:p>
        </p:txBody>
      </p:sp>
    </p:spTree>
    <p:extLst>
      <p:ext uri="{BB962C8B-B14F-4D97-AF65-F5344CB8AC3E}">
        <p14:creationId xmlns:p14="http://schemas.microsoft.com/office/powerpoint/2010/main" val="3779992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4</a:t>
            </a:fld>
            <a:endParaRPr lang="de-DE"/>
          </a:p>
        </p:txBody>
      </p:sp>
    </p:spTree>
    <p:extLst>
      <p:ext uri="{BB962C8B-B14F-4D97-AF65-F5344CB8AC3E}">
        <p14:creationId xmlns:p14="http://schemas.microsoft.com/office/powerpoint/2010/main" val="3076823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1" dirty="0"/>
          </a:p>
        </p:txBody>
      </p:sp>
      <p:sp>
        <p:nvSpPr>
          <p:cNvPr id="4" name="Foliennummernplatzhalter 3"/>
          <p:cNvSpPr>
            <a:spLocks noGrp="1"/>
          </p:cNvSpPr>
          <p:nvPr>
            <p:ph type="sldNum" sz="quarter" idx="5"/>
          </p:nvPr>
        </p:nvSpPr>
        <p:spPr/>
        <p:txBody>
          <a:bodyPr/>
          <a:lstStyle/>
          <a:p>
            <a:fld id="{65FCAF16-1F45-4B30-B56D-F444CE437A9A}" type="slidenum">
              <a:rPr lang="de-DE" smtClean="0"/>
              <a:t>5</a:t>
            </a:fld>
            <a:endParaRPr lang="de-DE"/>
          </a:p>
        </p:txBody>
      </p:sp>
    </p:spTree>
    <p:extLst>
      <p:ext uri="{BB962C8B-B14F-4D97-AF65-F5344CB8AC3E}">
        <p14:creationId xmlns:p14="http://schemas.microsoft.com/office/powerpoint/2010/main" val="3352940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1" dirty="0"/>
          </a:p>
        </p:txBody>
      </p:sp>
      <p:sp>
        <p:nvSpPr>
          <p:cNvPr id="4" name="Foliennummernplatzhalter 3"/>
          <p:cNvSpPr>
            <a:spLocks noGrp="1"/>
          </p:cNvSpPr>
          <p:nvPr>
            <p:ph type="sldNum" sz="quarter" idx="5"/>
          </p:nvPr>
        </p:nvSpPr>
        <p:spPr/>
        <p:txBody>
          <a:bodyPr/>
          <a:lstStyle/>
          <a:p>
            <a:fld id="{65FCAF16-1F45-4B30-B56D-F444CE437A9A}" type="slidenum">
              <a:rPr lang="de-DE" smtClean="0"/>
              <a:t>7</a:t>
            </a:fld>
            <a:endParaRPr lang="de-DE"/>
          </a:p>
        </p:txBody>
      </p:sp>
    </p:spTree>
    <p:extLst>
      <p:ext uri="{BB962C8B-B14F-4D97-AF65-F5344CB8AC3E}">
        <p14:creationId xmlns:p14="http://schemas.microsoft.com/office/powerpoint/2010/main" val="1591106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1" dirty="0"/>
          </a:p>
        </p:txBody>
      </p:sp>
      <p:sp>
        <p:nvSpPr>
          <p:cNvPr id="4" name="Foliennummernplatzhalter 3"/>
          <p:cNvSpPr>
            <a:spLocks noGrp="1"/>
          </p:cNvSpPr>
          <p:nvPr>
            <p:ph type="sldNum" sz="quarter" idx="5"/>
          </p:nvPr>
        </p:nvSpPr>
        <p:spPr/>
        <p:txBody>
          <a:bodyPr/>
          <a:lstStyle/>
          <a:p>
            <a:fld id="{65FCAF16-1F45-4B30-B56D-F444CE437A9A}" type="slidenum">
              <a:rPr lang="de-DE" smtClean="0"/>
              <a:t>8</a:t>
            </a:fld>
            <a:endParaRPr lang="de-DE"/>
          </a:p>
        </p:txBody>
      </p:sp>
    </p:spTree>
    <p:extLst>
      <p:ext uri="{BB962C8B-B14F-4D97-AF65-F5344CB8AC3E}">
        <p14:creationId xmlns:p14="http://schemas.microsoft.com/office/powerpoint/2010/main" val="4119675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1" dirty="0"/>
          </a:p>
        </p:txBody>
      </p:sp>
      <p:sp>
        <p:nvSpPr>
          <p:cNvPr id="4" name="Foliennummernplatzhalter 3"/>
          <p:cNvSpPr>
            <a:spLocks noGrp="1"/>
          </p:cNvSpPr>
          <p:nvPr>
            <p:ph type="sldNum" sz="quarter" idx="5"/>
          </p:nvPr>
        </p:nvSpPr>
        <p:spPr/>
        <p:txBody>
          <a:bodyPr/>
          <a:lstStyle/>
          <a:p>
            <a:fld id="{65FCAF16-1F45-4B30-B56D-F444CE437A9A}" type="slidenum">
              <a:rPr lang="de-DE" smtClean="0"/>
              <a:t>9</a:t>
            </a:fld>
            <a:endParaRPr lang="de-DE"/>
          </a:p>
        </p:txBody>
      </p:sp>
    </p:spTree>
    <p:extLst>
      <p:ext uri="{BB962C8B-B14F-4D97-AF65-F5344CB8AC3E}">
        <p14:creationId xmlns:p14="http://schemas.microsoft.com/office/powerpoint/2010/main" val="1012644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1" dirty="0"/>
          </a:p>
        </p:txBody>
      </p:sp>
      <p:sp>
        <p:nvSpPr>
          <p:cNvPr id="4" name="Foliennummernplatzhalter 3"/>
          <p:cNvSpPr>
            <a:spLocks noGrp="1"/>
          </p:cNvSpPr>
          <p:nvPr>
            <p:ph type="sldNum" sz="quarter" idx="5"/>
          </p:nvPr>
        </p:nvSpPr>
        <p:spPr/>
        <p:txBody>
          <a:bodyPr/>
          <a:lstStyle/>
          <a:p>
            <a:fld id="{65FCAF16-1F45-4B30-B56D-F444CE437A9A}" type="slidenum">
              <a:rPr lang="de-DE" smtClean="0"/>
              <a:t>10</a:t>
            </a:fld>
            <a:endParaRPr lang="de-DE"/>
          </a:p>
        </p:txBody>
      </p:sp>
    </p:spTree>
    <p:extLst>
      <p:ext uri="{BB962C8B-B14F-4D97-AF65-F5344CB8AC3E}">
        <p14:creationId xmlns:p14="http://schemas.microsoft.com/office/powerpoint/2010/main" val="4092106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11</a:t>
            </a:fld>
            <a:endParaRPr lang="de-DE"/>
          </a:p>
        </p:txBody>
      </p:sp>
    </p:spTree>
    <p:extLst>
      <p:ext uri="{BB962C8B-B14F-4D97-AF65-F5344CB8AC3E}">
        <p14:creationId xmlns:p14="http://schemas.microsoft.com/office/powerpoint/2010/main" val="1253968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12</a:t>
            </a:fld>
            <a:endParaRPr lang="de-DE"/>
          </a:p>
        </p:txBody>
      </p:sp>
    </p:spTree>
    <p:extLst>
      <p:ext uri="{BB962C8B-B14F-4D97-AF65-F5344CB8AC3E}">
        <p14:creationId xmlns:p14="http://schemas.microsoft.com/office/powerpoint/2010/main" val="3071648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14</a:t>
            </a:fld>
            <a:endParaRPr lang="de-DE"/>
          </a:p>
        </p:txBody>
      </p:sp>
    </p:spTree>
    <p:extLst>
      <p:ext uri="{BB962C8B-B14F-4D97-AF65-F5344CB8AC3E}">
        <p14:creationId xmlns:p14="http://schemas.microsoft.com/office/powerpoint/2010/main" val="1426696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aseline="0" dirty="0"/>
          </a:p>
        </p:txBody>
      </p:sp>
      <p:sp>
        <p:nvSpPr>
          <p:cNvPr id="4" name="Foliennummernplatzhalter 3"/>
          <p:cNvSpPr>
            <a:spLocks noGrp="1"/>
          </p:cNvSpPr>
          <p:nvPr>
            <p:ph type="sldNum" sz="quarter" idx="5"/>
          </p:nvPr>
        </p:nvSpPr>
        <p:spPr/>
        <p:txBody>
          <a:bodyPr/>
          <a:lstStyle/>
          <a:p>
            <a:fld id="{65FCAF16-1F45-4B30-B56D-F444CE437A9A}" type="slidenum">
              <a:rPr lang="de-DE" smtClean="0"/>
              <a:t>15</a:t>
            </a:fld>
            <a:endParaRPr lang="de-DE"/>
          </a:p>
        </p:txBody>
      </p:sp>
    </p:spTree>
    <p:extLst>
      <p:ext uri="{BB962C8B-B14F-4D97-AF65-F5344CB8AC3E}">
        <p14:creationId xmlns:p14="http://schemas.microsoft.com/office/powerpoint/2010/main" val="3636602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1" dirty="0"/>
          </a:p>
        </p:txBody>
      </p:sp>
      <p:sp>
        <p:nvSpPr>
          <p:cNvPr id="4" name="Foliennummernplatzhalter 3"/>
          <p:cNvSpPr>
            <a:spLocks noGrp="1"/>
          </p:cNvSpPr>
          <p:nvPr>
            <p:ph type="sldNum" sz="quarter" idx="5"/>
          </p:nvPr>
        </p:nvSpPr>
        <p:spPr/>
        <p:txBody>
          <a:bodyPr/>
          <a:lstStyle/>
          <a:p>
            <a:fld id="{65FCAF16-1F45-4B30-B56D-F444CE437A9A}" type="slidenum">
              <a:rPr lang="de-DE" smtClean="0"/>
              <a:t>16</a:t>
            </a:fld>
            <a:endParaRPr lang="de-DE"/>
          </a:p>
        </p:txBody>
      </p:sp>
    </p:spTree>
    <p:extLst>
      <p:ext uri="{BB962C8B-B14F-4D97-AF65-F5344CB8AC3E}">
        <p14:creationId xmlns:p14="http://schemas.microsoft.com/office/powerpoint/2010/main" val="3875864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17</a:t>
            </a:fld>
            <a:endParaRPr lang="de-DE"/>
          </a:p>
        </p:txBody>
      </p:sp>
    </p:spTree>
    <p:extLst>
      <p:ext uri="{BB962C8B-B14F-4D97-AF65-F5344CB8AC3E}">
        <p14:creationId xmlns:p14="http://schemas.microsoft.com/office/powerpoint/2010/main" val="3977815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18</a:t>
            </a:fld>
            <a:endParaRPr lang="de-DE"/>
          </a:p>
        </p:txBody>
      </p:sp>
    </p:spTree>
    <p:extLst>
      <p:ext uri="{BB962C8B-B14F-4D97-AF65-F5344CB8AC3E}">
        <p14:creationId xmlns:p14="http://schemas.microsoft.com/office/powerpoint/2010/main" val="4190944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19</a:t>
            </a:fld>
            <a:endParaRPr lang="de-DE"/>
          </a:p>
        </p:txBody>
      </p:sp>
    </p:spTree>
    <p:extLst>
      <p:ext uri="{BB962C8B-B14F-4D97-AF65-F5344CB8AC3E}">
        <p14:creationId xmlns:p14="http://schemas.microsoft.com/office/powerpoint/2010/main" val="34079536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20</a:t>
            </a:fld>
            <a:endParaRPr lang="de-DE"/>
          </a:p>
        </p:txBody>
      </p:sp>
    </p:spTree>
    <p:extLst>
      <p:ext uri="{BB962C8B-B14F-4D97-AF65-F5344CB8AC3E}">
        <p14:creationId xmlns:p14="http://schemas.microsoft.com/office/powerpoint/2010/main" val="2240387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21</a:t>
            </a:fld>
            <a:endParaRPr lang="de-DE"/>
          </a:p>
        </p:txBody>
      </p:sp>
    </p:spTree>
    <p:extLst>
      <p:ext uri="{BB962C8B-B14F-4D97-AF65-F5344CB8AC3E}">
        <p14:creationId xmlns:p14="http://schemas.microsoft.com/office/powerpoint/2010/main" val="339603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22</a:t>
            </a:fld>
            <a:endParaRPr lang="de-DE"/>
          </a:p>
        </p:txBody>
      </p:sp>
    </p:spTree>
    <p:extLst>
      <p:ext uri="{BB962C8B-B14F-4D97-AF65-F5344CB8AC3E}">
        <p14:creationId xmlns:p14="http://schemas.microsoft.com/office/powerpoint/2010/main" val="2510041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23</a:t>
            </a:fld>
            <a:endParaRPr lang="de-DE"/>
          </a:p>
        </p:txBody>
      </p:sp>
    </p:spTree>
    <p:extLst>
      <p:ext uri="{BB962C8B-B14F-4D97-AF65-F5344CB8AC3E}">
        <p14:creationId xmlns:p14="http://schemas.microsoft.com/office/powerpoint/2010/main" val="25869511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24</a:t>
            </a:fld>
            <a:endParaRPr lang="de-DE"/>
          </a:p>
        </p:txBody>
      </p:sp>
    </p:spTree>
    <p:extLst>
      <p:ext uri="{BB962C8B-B14F-4D97-AF65-F5344CB8AC3E}">
        <p14:creationId xmlns:p14="http://schemas.microsoft.com/office/powerpoint/2010/main" val="37785518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25</a:t>
            </a:fld>
            <a:endParaRPr lang="de-DE"/>
          </a:p>
        </p:txBody>
      </p:sp>
    </p:spTree>
    <p:extLst>
      <p:ext uri="{BB962C8B-B14F-4D97-AF65-F5344CB8AC3E}">
        <p14:creationId xmlns:p14="http://schemas.microsoft.com/office/powerpoint/2010/main" val="2191874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26</a:t>
            </a:fld>
            <a:endParaRPr lang="de-DE"/>
          </a:p>
        </p:txBody>
      </p:sp>
    </p:spTree>
    <p:extLst>
      <p:ext uri="{BB962C8B-B14F-4D97-AF65-F5344CB8AC3E}">
        <p14:creationId xmlns:p14="http://schemas.microsoft.com/office/powerpoint/2010/main" val="2551162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1" dirty="0"/>
          </a:p>
        </p:txBody>
      </p:sp>
      <p:sp>
        <p:nvSpPr>
          <p:cNvPr id="4" name="Foliennummernplatzhalter 3"/>
          <p:cNvSpPr>
            <a:spLocks noGrp="1"/>
          </p:cNvSpPr>
          <p:nvPr>
            <p:ph type="sldNum" sz="quarter" idx="5"/>
          </p:nvPr>
        </p:nvSpPr>
        <p:spPr/>
        <p:txBody>
          <a:bodyPr/>
          <a:lstStyle/>
          <a:p>
            <a:fld id="{65FCAF16-1F45-4B30-B56D-F444CE437A9A}" type="slidenum">
              <a:rPr lang="de-DE" smtClean="0"/>
              <a:t>27</a:t>
            </a:fld>
            <a:endParaRPr lang="de-DE"/>
          </a:p>
        </p:txBody>
      </p:sp>
    </p:spTree>
    <p:extLst>
      <p:ext uri="{BB962C8B-B14F-4D97-AF65-F5344CB8AC3E}">
        <p14:creationId xmlns:p14="http://schemas.microsoft.com/office/powerpoint/2010/main" val="2566138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28</a:t>
            </a:fld>
            <a:endParaRPr lang="de-DE"/>
          </a:p>
        </p:txBody>
      </p:sp>
    </p:spTree>
    <p:extLst>
      <p:ext uri="{BB962C8B-B14F-4D97-AF65-F5344CB8AC3E}">
        <p14:creationId xmlns:p14="http://schemas.microsoft.com/office/powerpoint/2010/main" val="18461509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1" baseline="0" dirty="0"/>
          </a:p>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29</a:t>
            </a:fld>
            <a:endParaRPr lang="de-DE"/>
          </a:p>
        </p:txBody>
      </p:sp>
    </p:spTree>
    <p:extLst>
      <p:ext uri="{BB962C8B-B14F-4D97-AF65-F5344CB8AC3E}">
        <p14:creationId xmlns:p14="http://schemas.microsoft.com/office/powerpoint/2010/main" val="7481800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b="0" dirty="0"/>
          </a:p>
        </p:txBody>
      </p:sp>
      <p:sp>
        <p:nvSpPr>
          <p:cNvPr id="4" name="Foliennummernplatzhalter 3"/>
          <p:cNvSpPr>
            <a:spLocks noGrp="1"/>
          </p:cNvSpPr>
          <p:nvPr>
            <p:ph type="sldNum" sz="quarter" idx="5"/>
          </p:nvPr>
        </p:nvSpPr>
        <p:spPr/>
        <p:txBody>
          <a:bodyPr/>
          <a:lstStyle/>
          <a:p>
            <a:fld id="{65FCAF16-1F45-4B30-B56D-F444CE437A9A}" type="slidenum">
              <a:rPr lang="de-DE" smtClean="0"/>
              <a:t>30</a:t>
            </a:fld>
            <a:endParaRPr lang="de-DE"/>
          </a:p>
        </p:txBody>
      </p:sp>
    </p:spTree>
    <p:extLst>
      <p:ext uri="{BB962C8B-B14F-4D97-AF65-F5344CB8AC3E}">
        <p14:creationId xmlns:p14="http://schemas.microsoft.com/office/powerpoint/2010/main" val="22311194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65FCAF16-1F45-4B30-B56D-F444CE437A9A}" type="slidenum">
              <a:rPr lang="de-DE" smtClean="0"/>
              <a:t>31</a:t>
            </a:fld>
            <a:endParaRPr lang="de-DE"/>
          </a:p>
        </p:txBody>
      </p:sp>
    </p:spTree>
    <p:extLst>
      <p:ext uri="{BB962C8B-B14F-4D97-AF65-F5344CB8AC3E}">
        <p14:creationId xmlns:p14="http://schemas.microsoft.com/office/powerpoint/2010/main" val="20635532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32</a:t>
            </a:fld>
            <a:endParaRPr lang="de-DE"/>
          </a:p>
        </p:txBody>
      </p:sp>
    </p:spTree>
    <p:extLst>
      <p:ext uri="{BB962C8B-B14F-4D97-AF65-F5344CB8AC3E}">
        <p14:creationId xmlns:p14="http://schemas.microsoft.com/office/powerpoint/2010/main" val="23415503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33</a:t>
            </a:fld>
            <a:endParaRPr lang="de-DE"/>
          </a:p>
        </p:txBody>
      </p:sp>
    </p:spTree>
    <p:extLst>
      <p:ext uri="{BB962C8B-B14F-4D97-AF65-F5344CB8AC3E}">
        <p14:creationId xmlns:p14="http://schemas.microsoft.com/office/powerpoint/2010/main" val="840768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34</a:t>
            </a:fld>
            <a:endParaRPr lang="de-DE"/>
          </a:p>
        </p:txBody>
      </p:sp>
    </p:spTree>
    <p:extLst>
      <p:ext uri="{BB962C8B-B14F-4D97-AF65-F5344CB8AC3E}">
        <p14:creationId xmlns:p14="http://schemas.microsoft.com/office/powerpoint/2010/main" val="9796327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36</a:t>
            </a:fld>
            <a:endParaRPr lang="de-DE"/>
          </a:p>
        </p:txBody>
      </p:sp>
    </p:spTree>
    <p:extLst>
      <p:ext uri="{BB962C8B-B14F-4D97-AF65-F5344CB8AC3E}">
        <p14:creationId xmlns:p14="http://schemas.microsoft.com/office/powerpoint/2010/main" val="12222242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37</a:t>
            </a:fld>
            <a:endParaRPr lang="de-DE"/>
          </a:p>
        </p:txBody>
      </p:sp>
    </p:spTree>
    <p:extLst>
      <p:ext uri="{BB962C8B-B14F-4D97-AF65-F5344CB8AC3E}">
        <p14:creationId xmlns:p14="http://schemas.microsoft.com/office/powerpoint/2010/main" val="2510544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5FCAF16-1F45-4B30-B56D-F444CE437A9A}" type="slidenum">
              <a:rPr lang="de-DE" smtClean="0"/>
              <a:t>38</a:t>
            </a:fld>
            <a:endParaRPr lang="de-DE"/>
          </a:p>
        </p:txBody>
      </p:sp>
    </p:spTree>
    <p:extLst>
      <p:ext uri="{BB962C8B-B14F-4D97-AF65-F5344CB8AC3E}">
        <p14:creationId xmlns:p14="http://schemas.microsoft.com/office/powerpoint/2010/main" val="16992414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3F261DED-C0D5-4100-97F9-A0B0147C6776}" type="datetime1">
              <a:rPr lang="de-DE" smtClean="0"/>
              <a:t>12.02.2024</a:t>
            </a:fld>
            <a:endParaRPr lang="de-DE"/>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Fußzeilenplatzhalter 4">
            <a:extLst>
              <a:ext uri="{FF2B5EF4-FFF2-40B4-BE49-F238E27FC236}">
                <a16:creationId xmlns:a16="http://schemas.microsoft.com/office/drawing/2014/main" id="{652E248F-2E6A-4DE9-BA4F-8AECE4AEE20D}"/>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416962122"/>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7D17192-F408-4445-8E59-53668A4DD054}" type="datetime1">
              <a:rPr lang="de-DE" smtClean="0"/>
              <a:t>12.02.2024</a:t>
            </a:fld>
            <a:endParaRPr lang="de-DE"/>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
        <p:nvSpPr>
          <p:cNvPr id="8" name="Fußzeilenplatzhalter 4">
            <a:extLst>
              <a:ext uri="{FF2B5EF4-FFF2-40B4-BE49-F238E27FC236}">
                <a16:creationId xmlns:a16="http://schemas.microsoft.com/office/drawing/2014/main" id="{682BDD60-BBDC-4681-B766-8D69D0C49996}"/>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217273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61171792-C436-4C78-A602-482F68323455}" type="datetime1">
              <a:rPr lang="de-DE" smtClean="0"/>
              <a:t>12.02.2024</a:t>
            </a:fld>
            <a:endParaRPr lang="de-DE"/>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
        <p:nvSpPr>
          <p:cNvPr id="25" name="Fußzeilenplatzhalter 4">
            <a:extLst>
              <a:ext uri="{FF2B5EF4-FFF2-40B4-BE49-F238E27FC236}">
                <a16:creationId xmlns:a16="http://schemas.microsoft.com/office/drawing/2014/main" id="{30AC4553-1534-4E49-98C7-2C76E9D5DAF4}"/>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92249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1D7324CB-8722-44FE-8E57-FB777878B70D}"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
        <p:nvSpPr>
          <p:cNvPr id="19" name="Fußzeilenplatzhalter 4">
            <a:extLst>
              <a:ext uri="{FF2B5EF4-FFF2-40B4-BE49-F238E27FC236}">
                <a16:creationId xmlns:a16="http://schemas.microsoft.com/office/drawing/2014/main" id="{BD139491-D41F-4376-8B30-725F490A3256}"/>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885015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0A7E2831-9D30-4804-85ED-1D6FA93E235E}"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Fußzeilenplatzhalter 4">
            <a:extLst>
              <a:ext uri="{FF2B5EF4-FFF2-40B4-BE49-F238E27FC236}">
                <a16:creationId xmlns:a16="http://schemas.microsoft.com/office/drawing/2014/main" id="{AC51DC12-37DB-4AB5-B39F-0A431920C722}"/>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710529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22CA1156-FC51-4517-93FF-859565539768}" type="datetime1">
              <a:rPr lang="de-DE" smtClean="0"/>
              <a:t>12.02.2024</a:t>
            </a:fld>
            <a:endParaRPr lang="de-DE"/>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
        <p:nvSpPr>
          <p:cNvPr id="13" name="Fußzeilenplatzhalter 4">
            <a:extLst>
              <a:ext uri="{FF2B5EF4-FFF2-40B4-BE49-F238E27FC236}">
                <a16:creationId xmlns:a16="http://schemas.microsoft.com/office/drawing/2014/main" id="{B6D65A93-7145-42C3-BE27-97F286B34BDC}"/>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914320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46A741E0-B52A-4621-B618-62210FF220C1}" type="datetime1">
              <a:rPr lang="de-DE" smtClean="0"/>
              <a:t>12.02.2024</a:t>
            </a:fld>
            <a:endParaRPr lang="de-DE"/>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
        <p:nvSpPr>
          <p:cNvPr id="16" name="Fußzeilenplatzhalter 4">
            <a:extLst>
              <a:ext uri="{FF2B5EF4-FFF2-40B4-BE49-F238E27FC236}">
                <a16:creationId xmlns:a16="http://schemas.microsoft.com/office/drawing/2014/main" id="{C0B5222F-4C42-4948-8F93-E2B906499855}"/>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083737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90D1C623-6F51-458C-ABC7-8F98CAF5B680}" type="datetime1">
              <a:rPr lang="de-DE" smtClean="0"/>
              <a:t>12.02.2024</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
        <p:nvSpPr>
          <p:cNvPr id="12" name="Fußzeilenplatzhalter 4">
            <a:extLst>
              <a:ext uri="{FF2B5EF4-FFF2-40B4-BE49-F238E27FC236}">
                <a16:creationId xmlns:a16="http://schemas.microsoft.com/office/drawing/2014/main" id="{11AB3D77-DD58-4911-87DA-75287A21CCCB}"/>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568558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AD919D28-AC57-44F5-9EFF-9A840D46C8FE}" type="datetime1">
              <a:rPr lang="de-DE" smtClean="0"/>
              <a:t>12.02.2024</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
        <p:nvSpPr>
          <p:cNvPr id="16" name="Fußzeilenplatzhalter 4">
            <a:extLst>
              <a:ext uri="{FF2B5EF4-FFF2-40B4-BE49-F238E27FC236}">
                <a16:creationId xmlns:a16="http://schemas.microsoft.com/office/drawing/2014/main" id="{D2D87BA2-CDF4-46A2-BA57-EA809F2680B6}"/>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613470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CEE19840-FEF8-4907-9A4B-602FF091C17D}" type="datetime1">
              <a:rPr lang="de-DE" smtClean="0"/>
              <a:t>12.02.2024</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a:p>
        </p:txBody>
      </p:sp>
      <p:sp>
        <p:nvSpPr>
          <p:cNvPr id="14" name="Bildplatzhalter 11"/>
          <p:cNvSpPr>
            <a:spLocks noGrp="1"/>
          </p:cNvSpPr>
          <p:nvPr>
            <p:ph type="pic" sz="quarter" idx="16"/>
          </p:nvPr>
        </p:nvSpPr>
        <p:spPr>
          <a:xfrm>
            <a:off x="7552150" y="3439042"/>
            <a:ext cx="4628738" cy="2606040"/>
          </a:xfrm>
        </p:spPr>
        <p:txBody>
          <a:bodyPr/>
          <a:lstStyle/>
          <a:p>
            <a:endParaRPr lang="de-DE"/>
          </a:p>
        </p:txBody>
      </p:sp>
      <p:sp>
        <p:nvSpPr>
          <p:cNvPr id="15" name="Fußzeilenplatzhalter 4">
            <a:extLst>
              <a:ext uri="{FF2B5EF4-FFF2-40B4-BE49-F238E27FC236}">
                <a16:creationId xmlns:a16="http://schemas.microsoft.com/office/drawing/2014/main" id="{486BD199-E8C6-4F8B-AB93-2F7E2FFEA500}"/>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611787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62908613-9A90-41A8-98BC-FF1CA506BD15}" type="datetime1">
              <a:rPr lang="de-DE" smtClean="0"/>
              <a:t>12.02.2024</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
        <p:nvSpPr>
          <p:cNvPr id="10" name="Fußzeilenplatzhalter 4">
            <a:extLst>
              <a:ext uri="{FF2B5EF4-FFF2-40B4-BE49-F238E27FC236}">
                <a16:creationId xmlns:a16="http://schemas.microsoft.com/office/drawing/2014/main" id="{68FD1C57-B77C-4760-AA9E-DE5173D542EA}"/>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557752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8E0AA9E-A813-4C95-8D8B-8F5B476F903B}" type="datetime1">
              <a:rPr lang="de-DE" smtClean="0"/>
              <a:t>12.02.2024</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538657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Fußzeilenplatzhalter 4">
            <a:extLst>
              <a:ext uri="{FF2B5EF4-FFF2-40B4-BE49-F238E27FC236}">
                <a16:creationId xmlns:a16="http://schemas.microsoft.com/office/drawing/2014/main" id="{EF9C2DEB-990B-4A27-BBB2-129A2E3B916C}"/>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802206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13D40918-DFEE-4822-B0EA-E65B7ED984D3}" type="datetime1">
              <a:rPr lang="de-DE" smtClean="0"/>
              <a:t>12.02.2024</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
        <p:nvSpPr>
          <p:cNvPr id="12" name="Fußzeilenplatzhalter 4">
            <a:extLst>
              <a:ext uri="{FF2B5EF4-FFF2-40B4-BE49-F238E27FC236}">
                <a16:creationId xmlns:a16="http://schemas.microsoft.com/office/drawing/2014/main" id="{1288263D-A2CC-471B-B605-2F5E7B64946A}"/>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6389647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F614BB22-0786-443C-8BD3-5A20CC23333A}" type="datetime1">
              <a:rPr lang="de-DE" smtClean="0"/>
              <a:t>12.02.2024</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2" name="Fußzeilenplatzhalter 4">
            <a:extLst>
              <a:ext uri="{FF2B5EF4-FFF2-40B4-BE49-F238E27FC236}">
                <a16:creationId xmlns:a16="http://schemas.microsoft.com/office/drawing/2014/main" id="{2C5F95AF-0487-4602-A7D9-EDCDF100E9E7}"/>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7154500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3E78625D-C6AB-4867-89DD-4CECEFD784A5}" type="datetime1">
              <a:rPr lang="de-DE" smtClean="0"/>
              <a:t>12.02.2024</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
        <p:nvSpPr>
          <p:cNvPr id="14" name="Fußzeilenplatzhalter 4">
            <a:extLst>
              <a:ext uri="{FF2B5EF4-FFF2-40B4-BE49-F238E27FC236}">
                <a16:creationId xmlns:a16="http://schemas.microsoft.com/office/drawing/2014/main" id="{56BCCBC2-5A64-4FCB-9667-5A95E52F0AB9}"/>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037192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3662BEA-1C5D-438F-BA34-25D02218DE49}"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12" name="Fußzeilenplatzhalter 4">
            <a:extLst>
              <a:ext uri="{FF2B5EF4-FFF2-40B4-BE49-F238E27FC236}">
                <a16:creationId xmlns:a16="http://schemas.microsoft.com/office/drawing/2014/main" id="{EE10C3CB-BB3E-4A8E-86A7-7F46B3C1BD05}"/>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767040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C23F4B20-6F78-4709-93CF-78BABBF89C7B}"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9" name="Fußzeilenplatzhalter 4">
            <a:extLst>
              <a:ext uri="{FF2B5EF4-FFF2-40B4-BE49-F238E27FC236}">
                <a16:creationId xmlns:a16="http://schemas.microsoft.com/office/drawing/2014/main" id="{8B07CFE7-B996-4F90-A319-E8F43E708C9E}"/>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8173923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014650C-77B9-456A-ABF4-5AC2615E94D9}"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12" name="Fußzeilenplatzhalter 4">
            <a:extLst>
              <a:ext uri="{FF2B5EF4-FFF2-40B4-BE49-F238E27FC236}">
                <a16:creationId xmlns:a16="http://schemas.microsoft.com/office/drawing/2014/main" id="{BBC6D758-FD30-4B53-BDCC-58D628399685}"/>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2069756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EB2F3BCA-C42B-472D-8249-DA73287FA068}"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Fußzeilenplatzhalter 4">
            <a:extLst>
              <a:ext uri="{FF2B5EF4-FFF2-40B4-BE49-F238E27FC236}">
                <a16:creationId xmlns:a16="http://schemas.microsoft.com/office/drawing/2014/main" id="{047BAAB8-1723-4B7F-9DA5-5426D678640B}"/>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3159364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260749E5-8228-4F8F-A728-378797DAB32E}"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
        <p:nvSpPr>
          <p:cNvPr id="13" name="Fußzeilenplatzhalter 4">
            <a:extLst>
              <a:ext uri="{FF2B5EF4-FFF2-40B4-BE49-F238E27FC236}">
                <a16:creationId xmlns:a16="http://schemas.microsoft.com/office/drawing/2014/main" id="{289518CC-505B-4072-BA8B-BCDD9399A1C7}"/>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1369908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4AB88CDD-EC50-409B-A6AD-A2214CB4F253}" type="datetime1">
              <a:rPr lang="de-DE" smtClean="0"/>
              <a:t>12.02.2024</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
        <p:nvSpPr>
          <p:cNvPr id="12" name="Fußzeilenplatzhalter 4">
            <a:extLst>
              <a:ext uri="{FF2B5EF4-FFF2-40B4-BE49-F238E27FC236}">
                <a16:creationId xmlns:a16="http://schemas.microsoft.com/office/drawing/2014/main" id="{EF5D7D9C-D2FF-44CC-BFE1-0CC055088449}"/>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8264036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6EB4D0D8-92CA-4414-B70E-DD9EC63BA2E8}" type="datetime1">
              <a:rPr lang="de-DE" smtClean="0"/>
              <a:t>12.02.2024</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
        <p:nvSpPr>
          <p:cNvPr id="12" name="Fußzeilenplatzhalter 4">
            <a:extLst>
              <a:ext uri="{FF2B5EF4-FFF2-40B4-BE49-F238E27FC236}">
                <a16:creationId xmlns:a16="http://schemas.microsoft.com/office/drawing/2014/main" id="{18946E26-306E-4A92-B2BB-F6D9F55273CE}"/>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8252396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00947E4-08A4-42B9-87C1-D8CE2E39DBF5}"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8" name="Fußzeilenplatzhalter 4">
            <a:extLst>
              <a:ext uri="{FF2B5EF4-FFF2-40B4-BE49-F238E27FC236}">
                <a16:creationId xmlns:a16="http://schemas.microsoft.com/office/drawing/2014/main" id="{E7F88981-CB13-4DD5-B310-FB90BED986CD}"/>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5610201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9D82D7-9833-4CA7-A67E-D7368A816734}"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8" name="Fußzeilenplatzhalter 4">
            <a:extLst>
              <a:ext uri="{FF2B5EF4-FFF2-40B4-BE49-F238E27FC236}">
                <a16:creationId xmlns:a16="http://schemas.microsoft.com/office/drawing/2014/main" id="{86104D07-9EFE-401E-835B-A886CECDD0BF}"/>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0261727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037EE70-7B5F-409D-8204-07D9C19026A5}"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8" name="Fußzeilenplatzhalter 4">
            <a:extLst>
              <a:ext uri="{FF2B5EF4-FFF2-40B4-BE49-F238E27FC236}">
                <a16:creationId xmlns:a16="http://schemas.microsoft.com/office/drawing/2014/main" id="{4C0F849C-0168-40D3-97E0-AE41567C6047}"/>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993957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8E1B5F22-BD95-4906-B1E8-A1AE56388153}"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8" name="Fußzeilenplatzhalter 4">
            <a:extLst>
              <a:ext uri="{FF2B5EF4-FFF2-40B4-BE49-F238E27FC236}">
                <a16:creationId xmlns:a16="http://schemas.microsoft.com/office/drawing/2014/main" id="{FDD7E4A4-E873-48B8-9980-F4404D837869}"/>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3474931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482A3CA-3D3A-4F5F-9281-7336C78714CB}"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
        <p:nvSpPr>
          <p:cNvPr id="14" name="Fußzeilenplatzhalter 4">
            <a:extLst>
              <a:ext uri="{FF2B5EF4-FFF2-40B4-BE49-F238E27FC236}">
                <a16:creationId xmlns:a16="http://schemas.microsoft.com/office/drawing/2014/main" id="{88A18207-61AE-46D2-9BD1-B10C7D76C3C1}"/>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006805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22E76F48-34BF-4EE6-A2EA-32156ACAE03F}"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
        <p:nvSpPr>
          <p:cNvPr id="13" name="Fußzeilenplatzhalter 4">
            <a:extLst>
              <a:ext uri="{FF2B5EF4-FFF2-40B4-BE49-F238E27FC236}">
                <a16:creationId xmlns:a16="http://schemas.microsoft.com/office/drawing/2014/main" id="{9AEEBC73-12E5-465D-9C8B-BE6DEC8E5845}"/>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8237697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D9B3B2B3-1586-4336-8FC3-D46AEC180192}"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
        <p:nvSpPr>
          <p:cNvPr id="21" name="Fußzeilenplatzhalter 4">
            <a:extLst>
              <a:ext uri="{FF2B5EF4-FFF2-40B4-BE49-F238E27FC236}">
                <a16:creationId xmlns:a16="http://schemas.microsoft.com/office/drawing/2014/main" id="{8F92C355-D374-470E-A6BF-45E9320016ED}"/>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3923359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24669DBE-B947-489A-930C-3541D9AF0687}" type="datetime1">
              <a:rPr lang="de-DE" smtClean="0"/>
              <a:t>12.02.2024</a:t>
            </a:fld>
            <a:endParaRPr lang="de-DE"/>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
        <p:nvSpPr>
          <p:cNvPr id="12" name="Fußzeilenplatzhalter 4">
            <a:extLst>
              <a:ext uri="{FF2B5EF4-FFF2-40B4-BE49-F238E27FC236}">
                <a16:creationId xmlns:a16="http://schemas.microsoft.com/office/drawing/2014/main" id="{4E214A24-F8D9-42D7-95C2-91735E1B1193}"/>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40278278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43931B8B-77D8-4FC1-944B-A5AFF3336B96}" type="datetime1">
              <a:rPr lang="de-DE" smtClean="0"/>
              <a:t>12.02.2024</a:t>
            </a:fld>
            <a:endParaRPr lang="de-DE"/>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
        <p:nvSpPr>
          <p:cNvPr id="11" name="Fußzeilenplatzhalter 4">
            <a:extLst>
              <a:ext uri="{FF2B5EF4-FFF2-40B4-BE49-F238E27FC236}">
                <a16:creationId xmlns:a16="http://schemas.microsoft.com/office/drawing/2014/main" id="{1F55EEF0-6604-4C71-B9E0-999B2F7FC033}"/>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3413193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8516816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54E299-E949-43E6-B7AE-22AF91EAF439}"/>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9E0DDAFC-2D0E-4C26-98C5-12AA3C4DD7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4B53B1C3-072E-42BF-8BCB-609F20087830}"/>
              </a:ext>
            </a:extLst>
          </p:cNvPr>
          <p:cNvSpPr>
            <a:spLocks noGrp="1"/>
          </p:cNvSpPr>
          <p:nvPr>
            <p:ph type="dt" sz="half" idx="10"/>
          </p:nvPr>
        </p:nvSpPr>
        <p:spPr/>
        <p:txBody>
          <a:bodyPr/>
          <a:lstStyle/>
          <a:p>
            <a:fld id="{A5DEEE18-FFC9-4503-83CA-BF36CCC49A31}" type="datetime1">
              <a:rPr lang="de-DE" smtClean="0"/>
              <a:t>12.02.2024</a:t>
            </a:fld>
            <a:endParaRPr lang="de-DE"/>
          </a:p>
        </p:txBody>
      </p:sp>
      <p:sp>
        <p:nvSpPr>
          <p:cNvPr id="6" name="Foliennummernplatzhalter 5">
            <a:extLst>
              <a:ext uri="{FF2B5EF4-FFF2-40B4-BE49-F238E27FC236}">
                <a16:creationId xmlns:a16="http://schemas.microsoft.com/office/drawing/2014/main" id="{97B5F906-4BCE-4790-9913-B277FD343742}"/>
              </a:ext>
            </a:extLst>
          </p:cNvPr>
          <p:cNvSpPr>
            <a:spLocks noGrp="1"/>
          </p:cNvSpPr>
          <p:nvPr>
            <p:ph type="sldNum" sz="quarter" idx="12"/>
          </p:nvPr>
        </p:nvSpPr>
        <p:spPr/>
        <p:txBody>
          <a:bodyPr/>
          <a:lstStyle/>
          <a:p>
            <a:fld id="{EEDA3A54-5FE2-4FE8-BD96-BEFD5938CE7E}" type="slidenum">
              <a:rPr lang="de-DE" smtClean="0"/>
              <a:t>‹Nr.›</a:t>
            </a:fld>
            <a:endParaRPr lang="de-DE"/>
          </a:p>
        </p:txBody>
      </p:sp>
      <p:sp>
        <p:nvSpPr>
          <p:cNvPr id="7" name="Fußzeilenplatzhalter 4">
            <a:extLst>
              <a:ext uri="{FF2B5EF4-FFF2-40B4-BE49-F238E27FC236}">
                <a16:creationId xmlns:a16="http://schemas.microsoft.com/office/drawing/2014/main" id="{40F81752-571D-4F9A-B232-D365E66A8081}"/>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83903176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5"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66D79E80-5E15-4BFE-8A92-C24552C5C4E0}" type="datetime1">
              <a:rPr lang="de-DE" smtClean="0"/>
              <a:t>12.02.2024</a:t>
            </a:fld>
            <a:endParaRPr lang="de-DE"/>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a:p>
        </p:txBody>
      </p:sp>
      <p:sp>
        <p:nvSpPr>
          <p:cNvPr id="8" name="Fußzeilenplatzhalter 4">
            <a:extLst>
              <a:ext uri="{FF2B5EF4-FFF2-40B4-BE49-F238E27FC236}">
                <a16:creationId xmlns:a16="http://schemas.microsoft.com/office/drawing/2014/main" id="{146B1A28-71FD-45A9-BFC5-F88AE13BCEB3}"/>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9846089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hyperlink" Target="https://www.eaton.com/de/de-de/products/backup-power-ups-surge-it-power-distribution.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hyperlink" Target="https://www.apc.com/shop/at/de/products/APC-Smart-UPS-C-1500-VA-LCD-230-V-mit-SmartConnect/P-SMC1500IC"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apc.com/shop/de/de/products/APC-Smart-UPS-3000-VA-LCD-RM-2-HE-230-V/P-SMT3000RMI2U"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3" Type="http://schemas.openxmlformats.org/officeDocument/2006/relationships/hyperlink" Target="https://www.riello-powersystems.de/products/1-usv/94-multi-power"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hyperlink" Target="https://commons.wikimedia.org/w/index.php?curid=6575183"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gi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afik 46" descr="Präsentation mit Checkliste">
            <a:extLst>
              <a:ext uri="{FF2B5EF4-FFF2-40B4-BE49-F238E27FC236}">
                <a16:creationId xmlns:a16="http://schemas.microsoft.com/office/drawing/2014/main" id="{45B54F59-429D-4CFF-859E-311E7A2B2C1C}"/>
              </a:ext>
            </a:extLst>
          </p:cNvPr>
          <p:cNvGrpSpPr/>
          <p:nvPr/>
        </p:nvGrpSpPr>
        <p:grpSpPr>
          <a:xfrm>
            <a:off x="34786" y="957826"/>
            <a:ext cx="4621663" cy="4621663"/>
            <a:chOff x="1328589" y="3740852"/>
            <a:chExt cx="652113" cy="652113"/>
          </a:xfrm>
          <a:solidFill>
            <a:schemeClr val="bg1"/>
          </a:solidFill>
        </p:grpSpPr>
        <p:sp>
          <p:nvSpPr>
            <p:cNvPr id="10" name="Freihandform: Form 123">
              <a:extLst>
                <a:ext uri="{FF2B5EF4-FFF2-40B4-BE49-F238E27FC236}">
                  <a16:creationId xmlns:a16="http://schemas.microsoft.com/office/drawing/2014/main" id="{D19406B6-2121-4DB0-BE56-6546B216E7A6}"/>
                </a:ext>
              </a:extLst>
            </p:cNvPr>
            <p:cNvSpPr/>
            <p:nvPr/>
          </p:nvSpPr>
          <p:spPr>
            <a:xfrm>
              <a:off x="1396517" y="3815573"/>
              <a:ext cx="516256" cy="509463"/>
            </a:xfrm>
            <a:custGeom>
              <a:avLst/>
              <a:gdLst>
                <a:gd name="connsiteX0" fmla="*/ 448328 w 516256"/>
                <a:gd name="connsiteY0" fmla="*/ 74721 h 509463"/>
                <a:gd name="connsiteX1" fmla="*/ 448328 w 516256"/>
                <a:gd name="connsiteY1" fmla="*/ 319264 h 509463"/>
                <a:gd name="connsiteX2" fmla="*/ 67928 w 516256"/>
                <a:gd name="connsiteY2" fmla="*/ 319264 h 509463"/>
                <a:gd name="connsiteX3" fmla="*/ 67928 w 516256"/>
                <a:gd name="connsiteY3" fmla="*/ 74721 h 509463"/>
                <a:gd name="connsiteX4" fmla="*/ 502670 w 516256"/>
                <a:gd name="connsiteY4" fmla="*/ 332849 h 509463"/>
                <a:gd name="connsiteX5" fmla="*/ 489085 w 516256"/>
                <a:gd name="connsiteY5" fmla="*/ 332849 h 509463"/>
                <a:gd name="connsiteX6" fmla="*/ 489085 w 516256"/>
                <a:gd name="connsiteY6" fmla="*/ 54343 h 509463"/>
                <a:gd name="connsiteX7" fmla="*/ 502670 w 516256"/>
                <a:gd name="connsiteY7" fmla="*/ 54343 h 509463"/>
                <a:gd name="connsiteX8" fmla="*/ 516256 w 516256"/>
                <a:gd name="connsiteY8" fmla="*/ 40757 h 509463"/>
                <a:gd name="connsiteX9" fmla="*/ 502670 w 516256"/>
                <a:gd name="connsiteY9" fmla="*/ 27171 h 509463"/>
                <a:gd name="connsiteX10" fmla="*/ 271714 w 516256"/>
                <a:gd name="connsiteY10" fmla="*/ 27171 h 509463"/>
                <a:gd name="connsiteX11" fmla="*/ 271714 w 516256"/>
                <a:gd name="connsiteY11" fmla="*/ 13586 h 509463"/>
                <a:gd name="connsiteX12" fmla="*/ 258128 w 516256"/>
                <a:gd name="connsiteY12" fmla="*/ 0 h 509463"/>
                <a:gd name="connsiteX13" fmla="*/ 244542 w 516256"/>
                <a:gd name="connsiteY13" fmla="*/ 13586 h 509463"/>
                <a:gd name="connsiteX14" fmla="*/ 244542 w 516256"/>
                <a:gd name="connsiteY14" fmla="*/ 27171 h 509463"/>
                <a:gd name="connsiteX15" fmla="*/ 13586 w 516256"/>
                <a:gd name="connsiteY15" fmla="*/ 27171 h 509463"/>
                <a:gd name="connsiteX16" fmla="*/ 0 w 516256"/>
                <a:gd name="connsiteY16" fmla="*/ 40757 h 509463"/>
                <a:gd name="connsiteX17" fmla="*/ 13586 w 516256"/>
                <a:gd name="connsiteY17" fmla="*/ 54343 h 509463"/>
                <a:gd name="connsiteX18" fmla="*/ 27171 w 516256"/>
                <a:gd name="connsiteY18" fmla="*/ 54343 h 509463"/>
                <a:gd name="connsiteX19" fmla="*/ 27171 w 516256"/>
                <a:gd name="connsiteY19" fmla="*/ 332849 h 509463"/>
                <a:gd name="connsiteX20" fmla="*/ 13586 w 516256"/>
                <a:gd name="connsiteY20" fmla="*/ 332849 h 509463"/>
                <a:gd name="connsiteX21" fmla="*/ 0 w 516256"/>
                <a:gd name="connsiteY21" fmla="*/ 346435 h 509463"/>
                <a:gd name="connsiteX22" fmla="*/ 13586 w 516256"/>
                <a:gd name="connsiteY22" fmla="*/ 360021 h 509463"/>
                <a:gd name="connsiteX23" fmla="*/ 221039 w 516256"/>
                <a:gd name="connsiteY23" fmla="*/ 360021 h 509463"/>
                <a:gd name="connsiteX24" fmla="*/ 116429 w 516256"/>
                <a:gd name="connsiteY24" fmla="*/ 464631 h 509463"/>
                <a:gd name="connsiteX25" fmla="*/ 116531 w 516256"/>
                <a:gd name="connsiteY25" fmla="*/ 483956 h 509463"/>
                <a:gd name="connsiteX26" fmla="*/ 135857 w 516256"/>
                <a:gd name="connsiteY26" fmla="*/ 483854 h 509463"/>
                <a:gd name="connsiteX27" fmla="*/ 244542 w 516256"/>
                <a:gd name="connsiteY27" fmla="*/ 375169 h 509463"/>
                <a:gd name="connsiteX28" fmla="*/ 244542 w 516256"/>
                <a:gd name="connsiteY28" fmla="*/ 495878 h 509463"/>
                <a:gd name="connsiteX29" fmla="*/ 258128 w 516256"/>
                <a:gd name="connsiteY29" fmla="*/ 509463 h 509463"/>
                <a:gd name="connsiteX30" fmla="*/ 271714 w 516256"/>
                <a:gd name="connsiteY30" fmla="*/ 495878 h 509463"/>
                <a:gd name="connsiteX31" fmla="*/ 271714 w 516256"/>
                <a:gd name="connsiteY31" fmla="*/ 374965 h 509463"/>
                <a:gd name="connsiteX32" fmla="*/ 380399 w 516256"/>
                <a:gd name="connsiteY32" fmla="*/ 483650 h 509463"/>
                <a:gd name="connsiteX33" fmla="*/ 399623 w 516256"/>
                <a:gd name="connsiteY33" fmla="*/ 483650 h 509463"/>
                <a:gd name="connsiteX34" fmla="*/ 399623 w 516256"/>
                <a:gd name="connsiteY34" fmla="*/ 464427 h 509463"/>
                <a:gd name="connsiteX35" fmla="*/ 295217 w 516256"/>
                <a:gd name="connsiteY35" fmla="*/ 360021 h 509463"/>
                <a:gd name="connsiteX36" fmla="*/ 502670 w 516256"/>
                <a:gd name="connsiteY36" fmla="*/ 360021 h 509463"/>
                <a:gd name="connsiteX37" fmla="*/ 516256 w 516256"/>
                <a:gd name="connsiteY37" fmla="*/ 346435 h 509463"/>
                <a:gd name="connsiteX38" fmla="*/ 502670 w 516256"/>
                <a:gd name="connsiteY38" fmla="*/ 332849 h 50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516256" h="509463">
                  <a:moveTo>
                    <a:pt x="448328" y="74721"/>
                  </a:moveTo>
                  <a:lnTo>
                    <a:pt x="448328" y="319264"/>
                  </a:lnTo>
                  <a:lnTo>
                    <a:pt x="67928" y="319264"/>
                  </a:lnTo>
                  <a:lnTo>
                    <a:pt x="67928" y="74721"/>
                  </a:lnTo>
                  <a:close/>
                  <a:moveTo>
                    <a:pt x="502670" y="332849"/>
                  </a:moveTo>
                  <a:lnTo>
                    <a:pt x="489085" y="332849"/>
                  </a:lnTo>
                  <a:lnTo>
                    <a:pt x="489085" y="54343"/>
                  </a:lnTo>
                  <a:lnTo>
                    <a:pt x="502670" y="54343"/>
                  </a:lnTo>
                  <a:cubicBezTo>
                    <a:pt x="510174" y="54343"/>
                    <a:pt x="516256" y="48260"/>
                    <a:pt x="516256" y="40757"/>
                  </a:cubicBezTo>
                  <a:cubicBezTo>
                    <a:pt x="516256" y="33254"/>
                    <a:pt x="510174" y="27171"/>
                    <a:pt x="502670" y="27171"/>
                  </a:cubicBezTo>
                  <a:lnTo>
                    <a:pt x="271714" y="27171"/>
                  </a:lnTo>
                  <a:lnTo>
                    <a:pt x="271714" y="13586"/>
                  </a:lnTo>
                  <a:cubicBezTo>
                    <a:pt x="271714" y="6082"/>
                    <a:pt x="265631" y="0"/>
                    <a:pt x="258128" y="0"/>
                  </a:cubicBezTo>
                  <a:cubicBezTo>
                    <a:pt x="250625" y="0"/>
                    <a:pt x="244542" y="6082"/>
                    <a:pt x="244542" y="13586"/>
                  </a:cubicBezTo>
                  <a:lnTo>
                    <a:pt x="244542" y="27171"/>
                  </a:lnTo>
                  <a:lnTo>
                    <a:pt x="13586" y="27171"/>
                  </a:lnTo>
                  <a:cubicBezTo>
                    <a:pt x="6082" y="27171"/>
                    <a:pt x="0" y="33254"/>
                    <a:pt x="0" y="40757"/>
                  </a:cubicBezTo>
                  <a:cubicBezTo>
                    <a:pt x="0" y="48260"/>
                    <a:pt x="6082" y="54343"/>
                    <a:pt x="13586" y="54343"/>
                  </a:cubicBezTo>
                  <a:lnTo>
                    <a:pt x="27171" y="54343"/>
                  </a:lnTo>
                  <a:lnTo>
                    <a:pt x="27171" y="332849"/>
                  </a:lnTo>
                  <a:lnTo>
                    <a:pt x="13586" y="332849"/>
                  </a:lnTo>
                  <a:cubicBezTo>
                    <a:pt x="6082" y="332849"/>
                    <a:pt x="0" y="338932"/>
                    <a:pt x="0" y="346435"/>
                  </a:cubicBezTo>
                  <a:cubicBezTo>
                    <a:pt x="0" y="353938"/>
                    <a:pt x="6082" y="360021"/>
                    <a:pt x="13586" y="360021"/>
                  </a:cubicBezTo>
                  <a:lnTo>
                    <a:pt x="221039" y="360021"/>
                  </a:lnTo>
                  <a:lnTo>
                    <a:pt x="116429" y="464631"/>
                  </a:lnTo>
                  <a:cubicBezTo>
                    <a:pt x="111121" y="469995"/>
                    <a:pt x="111166" y="478648"/>
                    <a:pt x="116531" y="483956"/>
                  </a:cubicBezTo>
                  <a:cubicBezTo>
                    <a:pt x="121896" y="489265"/>
                    <a:pt x="130548" y="489219"/>
                    <a:pt x="135857" y="483854"/>
                  </a:cubicBezTo>
                  <a:lnTo>
                    <a:pt x="244542" y="375169"/>
                  </a:lnTo>
                  <a:lnTo>
                    <a:pt x="244542" y="495878"/>
                  </a:lnTo>
                  <a:cubicBezTo>
                    <a:pt x="244542" y="503381"/>
                    <a:pt x="250625" y="509463"/>
                    <a:pt x="258128" y="509463"/>
                  </a:cubicBezTo>
                  <a:cubicBezTo>
                    <a:pt x="265631" y="509463"/>
                    <a:pt x="271714" y="503381"/>
                    <a:pt x="271714" y="495878"/>
                  </a:cubicBezTo>
                  <a:lnTo>
                    <a:pt x="271714" y="374965"/>
                  </a:lnTo>
                  <a:lnTo>
                    <a:pt x="380399" y="483650"/>
                  </a:lnTo>
                  <a:cubicBezTo>
                    <a:pt x="385708" y="488959"/>
                    <a:pt x="394314" y="488959"/>
                    <a:pt x="399623" y="483650"/>
                  </a:cubicBezTo>
                  <a:cubicBezTo>
                    <a:pt x="404932" y="478342"/>
                    <a:pt x="404932" y="469735"/>
                    <a:pt x="399623" y="464427"/>
                  </a:cubicBezTo>
                  <a:lnTo>
                    <a:pt x="295217" y="360021"/>
                  </a:lnTo>
                  <a:lnTo>
                    <a:pt x="502670" y="360021"/>
                  </a:lnTo>
                  <a:cubicBezTo>
                    <a:pt x="510174" y="360021"/>
                    <a:pt x="516256" y="353938"/>
                    <a:pt x="516256" y="346435"/>
                  </a:cubicBezTo>
                  <a:cubicBezTo>
                    <a:pt x="516256" y="338932"/>
                    <a:pt x="510174" y="332849"/>
                    <a:pt x="502670" y="332849"/>
                  </a:cubicBezTo>
                  <a:close/>
                </a:path>
              </a:pathLst>
            </a:custGeom>
            <a:grpFill/>
            <a:ln w="6747" cap="flat">
              <a:noFill/>
              <a:prstDash val="solid"/>
              <a:miter/>
            </a:ln>
          </p:spPr>
          <p:txBody>
            <a:bodyPr rtlCol="0" anchor="ctr"/>
            <a:lstStyle/>
            <a:p>
              <a:endParaRPr lang="de-DE"/>
            </a:p>
          </p:txBody>
        </p:sp>
        <p:sp>
          <p:nvSpPr>
            <p:cNvPr id="11" name="Freihandform: Form 124">
              <a:extLst>
                <a:ext uri="{FF2B5EF4-FFF2-40B4-BE49-F238E27FC236}">
                  <a16:creationId xmlns:a16="http://schemas.microsoft.com/office/drawing/2014/main" id="{06CD1F0B-082F-40CD-8202-83B298DDB798}"/>
                </a:ext>
              </a:extLst>
            </p:cNvPr>
            <p:cNvSpPr/>
            <p:nvPr/>
          </p:nvSpPr>
          <p:spPr>
            <a:xfrm>
              <a:off x="1661438" y="3951430"/>
              <a:ext cx="115478" cy="27171"/>
            </a:xfrm>
            <a:custGeom>
              <a:avLst/>
              <a:gdLst>
                <a:gd name="connsiteX0" fmla="*/ 0 w 115478"/>
                <a:gd name="connsiteY0" fmla="*/ 0 h 27171"/>
                <a:gd name="connsiteX1" fmla="*/ 115478 w 115478"/>
                <a:gd name="connsiteY1" fmla="*/ 0 h 27171"/>
                <a:gd name="connsiteX2" fmla="*/ 115478 w 115478"/>
                <a:gd name="connsiteY2" fmla="*/ 27171 h 27171"/>
                <a:gd name="connsiteX3" fmla="*/ 0 w 115478"/>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15478" h="27171">
                  <a:moveTo>
                    <a:pt x="0" y="0"/>
                  </a:moveTo>
                  <a:lnTo>
                    <a:pt x="115478" y="0"/>
                  </a:lnTo>
                  <a:lnTo>
                    <a:pt x="115478" y="27171"/>
                  </a:lnTo>
                  <a:lnTo>
                    <a:pt x="0" y="27171"/>
                  </a:lnTo>
                  <a:close/>
                </a:path>
              </a:pathLst>
            </a:custGeom>
            <a:grpFill/>
            <a:ln w="6747" cap="flat">
              <a:noFill/>
              <a:prstDash val="solid"/>
              <a:miter/>
            </a:ln>
          </p:spPr>
          <p:txBody>
            <a:bodyPr rtlCol="0" anchor="ctr"/>
            <a:lstStyle/>
            <a:p>
              <a:endParaRPr lang="de-DE"/>
            </a:p>
          </p:txBody>
        </p:sp>
        <p:sp>
          <p:nvSpPr>
            <p:cNvPr id="12" name="Freihandform: Form 125">
              <a:extLst>
                <a:ext uri="{FF2B5EF4-FFF2-40B4-BE49-F238E27FC236}">
                  <a16:creationId xmlns:a16="http://schemas.microsoft.com/office/drawing/2014/main" id="{8E6FCA68-54A4-42EB-91A0-B7F3E154E018}"/>
                </a:ext>
              </a:extLst>
            </p:cNvPr>
            <p:cNvSpPr/>
            <p:nvPr/>
          </p:nvSpPr>
          <p:spPr>
            <a:xfrm>
              <a:off x="1518788" y="3922900"/>
              <a:ext cx="100534" cy="82872"/>
            </a:xfrm>
            <a:custGeom>
              <a:avLst/>
              <a:gdLst>
                <a:gd name="connsiteX0" fmla="*/ 100534 w 100534"/>
                <a:gd name="connsiteY0" fmla="*/ 19020 h 82872"/>
                <a:gd name="connsiteX1" fmla="*/ 81514 w 100534"/>
                <a:gd name="connsiteY1" fmla="*/ 0 h 82872"/>
                <a:gd name="connsiteX2" fmla="*/ 36681 w 100534"/>
                <a:gd name="connsiteY2" fmla="*/ 44833 h 82872"/>
                <a:gd name="connsiteX3" fmla="*/ 19020 w 100534"/>
                <a:gd name="connsiteY3" fmla="*/ 27171 h 82872"/>
                <a:gd name="connsiteX4" fmla="*/ 0 w 100534"/>
                <a:gd name="connsiteY4" fmla="*/ 46191 h 82872"/>
                <a:gd name="connsiteX5" fmla="*/ 36681 w 100534"/>
                <a:gd name="connsiteY5" fmla="*/ 82873 h 82872"/>
                <a:gd name="connsiteX6" fmla="*/ 100534 w 100534"/>
                <a:gd name="connsiteY6" fmla="*/ 19020 h 8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34" h="82872">
                  <a:moveTo>
                    <a:pt x="100534" y="19020"/>
                  </a:moveTo>
                  <a:lnTo>
                    <a:pt x="81514" y="0"/>
                  </a:lnTo>
                  <a:lnTo>
                    <a:pt x="36681" y="44833"/>
                  </a:lnTo>
                  <a:lnTo>
                    <a:pt x="19020" y="27171"/>
                  </a:lnTo>
                  <a:lnTo>
                    <a:pt x="0" y="46191"/>
                  </a:lnTo>
                  <a:lnTo>
                    <a:pt x="36681" y="82873"/>
                  </a:lnTo>
                  <a:lnTo>
                    <a:pt x="100534" y="19020"/>
                  </a:lnTo>
                  <a:close/>
                </a:path>
              </a:pathLst>
            </a:custGeom>
            <a:grpFill/>
            <a:ln w="6747" cap="flat">
              <a:noFill/>
              <a:prstDash val="solid"/>
              <a:miter/>
            </a:ln>
          </p:spPr>
          <p:txBody>
            <a:bodyPr rtlCol="0" anchor="ctr"/>
            <a:lstStyle/>
            <a:p>
              <a:endParaRPr lang="de-DE"/>
            </a:p>
          </p:txBody>
        </p:sp>
        <p:sp>
          <p:nvSpPr>
            <p:cNvPr id="13" name="Freihandform: Form 126">
              <a:extLst>
                <a:ext uri="{FF2B5EF4-FFF2-40B4-BE49-F238E27FC236}">
                  <a16:creationId xmlns:a16="http://schemas.microsoft.com/office/drawing/2014/main" id="{73FDF44F-0908-481E-AD6D-E88FD18AC8CF}"/>
                </a:ext>
              </a:extLst>
            </p:cNvPr>
            <p:cNvSpPr/>
            <p:nvPr/>
          </p:nvSpPr>
          <p:spPr>
            <a:xfrm>
              <a:off x="1661438" y="4039737"/>
              <a:ext cx="115478" cy="27171"/>
            </a:xfrm>
            <a:custGeom>
              <a:avLst/>
              <a:gdLst>
                <a:gd name="connsiteX0" fmla="*/ 0 w 115478"/>
                <a:gd name="connsiteY0" fmla="*/ 0 h 27171"/>
                <a:gd name="connsiteX1" fmla="*/ 115478 w 115478"/>
                <a:gd name="connsiteY1" fmla="*/ 0 h 27171"/>
                <a:gd name="connsiteX2" fmla="*/ 115478 w 115478"/>
                <a:gd name="connsiteY2" fmla="*/ 27171 h 27171"/>
                <a:gd name="connsiteX3" fmla="*/ 0 w 115478"/>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15478" h="27171">
                  <a:moveTo>
                    <a:pt x="0" y="0"/>
                  </a:moveTo>
                  <a:lnTo>
                    <a:pt x="115478" y="0"/>
                  </a:lnTo>
                  <a:lnTo>
                    <a:pt x="115478" y="27171"/>
                  </a:lnTo>
                  <a:lnTo>
                    <a:pt x="0" y="27171"/>
                  </a:lnTo>
                  <a:close/>
                </a:path>
              </a:pathLst>
            </a:custGeom>
            <a:grpFill/>
            <a:ln w="6747" cap="flat">
              <a:noFill/>
              <a:prstDash val="solid"/>
              <a:miter/>
            </a:ln>
          </p:spPr>
          <p:txBody>
            <a:bodyPr rtlCol="0" anchor="ctr"/>
            <a:lstStyle/>
            <a:p>
              <a:endParaRPr lang="de-DE"/>
            </a:p>
          </p:txBody>
        </p:sp>
        <p:sp>
          <p:nvSpPr>
            <p:cNvPr id="14" name="Freihandform: Form 127">
              <a:extLst>
                <a:ext uri="{FF2B5EF4-FFF2-40B4-BE49-F238E27FC236}">
                  <a16:creationId xmlns:a16="http://schemas.microsoft.com/office/drawing/2014/main" id="{1DA088DD-CF86-4F4E-A09C-18609508C746}"/>
                </a:ext>
              </a:extLst>
            </p:cNvPr>
            <p:cNvSpPr/>
            <p:nvPr/>
          </p:nvSpPr>
          <p:spPr>
            <a:xfrm>
              <a:off x="1518788" y="4011207"/>
              <a:ext cx="100534" cy="82872"/>
            </a:xfrm>
            <a:custGeom>
              <a:avLst/>
              <a:gdLst>
                <a:gd name="connsiteX0" fmla="*/ 100534 w 100534"/>
                <a:gd name="connsiteY0" fmla="*/ 19020 h 82872"/>
                <a:gd name="connsiteX1" fmla="*/ 81514 w 100534"/>
                <a:gd name="connsiteY1" fmla="*/ 0 h 82872"/>
                <a:gd name="connsiteX2" fmla="*/ 36681 w 100534"/>
                <a:gd name="connsiteY2" fmla="*/ 44833 h 82872"/>
                <a:gd name="connsiteX3" fmla="*/ 19020 w 100534"/>
                <a:gd name="connsiteY3" fmla="*/ 27171 h 82872"/>
                <a:gd name="connsiteX4" fmla="*/ 0 w 100534"/>
                <a:gd name="connsiteY4" fmla="*/ 46191 h 82872"/>
                <a:gd name="connsiteX5" fmla="*/ 36681 w 100534"/>
                <a:gd name="connsiteY5" fmla="*/ 82873 h 82872"/>
                <a:gd name="connsiteX6" fmla="*/ 100534 w 100534"/>
                <a:gd name="connsiteY6" fmla="*/ 19020 h 8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34" h="82872">
                  <a:moveTo>
                    <a:pt x="100534" y="19020"/>
                  </a:moveTo>
                  <a:lnTo>
                    <a:pt x="81514" y="0"/>
                  </a:lnTo>
                  <a:lnTo>
                    <a:pt x="36681" y="44833"/>
                  </a:lnTo>
                  <a:lnTo>
                    <a:pt x="19020" y="27171"/>
                  </a:lnTo>
                  <a:lnTo>
                    <a:pt x="0" y="46191"/>
                  </a:lnTo>
                  <a:lnTo>
                    <a:pt x="36681" y="82873"/>
                  </a:lnTo>
                  <a:lnTo>
                    <a:pt x="100534" y="19020"/>
                  </a:lnTo>
                  <a:close/>
                </a:path>
              </a:pathLst>
            </a:custGeom>
            <a:grpFill/>
            <a:ln w="6747" cap="flat">
              <a:noFill/>
              <a:prstDash val="solid"/>
              <a:miter/>
            </a:ln>
          </p:spPr>
          <p:txBody>
            <a:bodyPr rtlCol="0" anchor="ctr"/>
            <a:lstStyle/>
            <a:p>
              <a:endParaRPr lang="de-DE"/>
            </a:p>
          </p:txBody>
        </p:sp>
      </p:grpSp>
      <p:sp>
        <p:nvSpPr>
          <p:cNvPr id="4" name="Datumsplatzhalter 3"/>
          <p:cNvSpPr>
            <a:spLocks noGrp="1"/>
          </p:cNvSpPr>
          <p:nvPr>
            <p:ph type="dt" sz="half" idx="10"/>
          </p:nvPr>
        </p:nvSpPr>
        <p:spPr/>
        <p:txBody>
          <a:bodyPr/>
          <a:lstStyle/>
          <a:p>
            <a:fld id="{8AA99936-1A39-4E4A-87C2-C8256B9FB925}" type="datetime1">
              <a:rPr lang="de-DE" smtClean="0"/>
              <a:t>12.02.2024</a:t>
            </a:fld>
            <a:endParaRPr lang="de-DE"/>
          </a:p>
        </p:txBody>
      </p:sp>
      <p:sp>
        <p:nvSpPr>
          <p:cNvPr id="6" name="Foliennummernplatzhalter 5"/>
          <p:cNvSpPr>
            <a:spLocks noGrp="1"/>
          </p:cNvSpPr>
          <p:nvPr>
            <p:ph type="sldNum" sz="quarter" idx="12"/>
          </p:nvPr>
        </p:nvSpPr>
        <p:spPr/>
        <p:txBody>
          <a:bodyPr/>
          <a:lstStyle/>
          <a:p>
            <a:fld id="{220551C3-A462-45EE-8D4B-53AADAADD6D4}" type="slidenum">
              <a:rPr lang="de-DE" smtClean="0"/>
              <a:t>1</a:t>
            </a:fld>
            <a:endParaRPr lang="de-DE"/>
          </a:p>
        </p:txBody>
      </p:sp>
      <p:sp>
        <p:nvSpPr>
          <p:cNvPr id="2" name="Titel 1"/>
          <p:cNvSpPr>
            <a:spLocks noGrp="1"/>
          </p:cNvSpPr>
          <p:nvPr>
            <p:ph type="ctrTitle"/>
          </p:nvPr>
        </p:nvSpPr>
        <p:spPr>
          <a:xfrm>
            <a:off x="1782038" y="556181"/>
            <a:ext cx="9027195" cy="3590305"/>
          </a:xfrm>
        </p:spPr>
        <p:txBody>
          <a:bodyPr>
            <a:normAutofit/>
          </a:bodyPr>
          <a:lstStyle/>
          <a:p>
            <a:r>
              <a:rPr lang="de-DE" sz="4400" dirty="0"/>
              <a:t>Unterbrechungsfreie Stromversorgung</a:t>
            </a:r>
            <a:br>
              <a:rPr lang="de-DE" sz="1800" dirty="0"/>
            </a:br>
            <a:endParaRPr lang="de-DE" sz="4800" dirty="0"/>
          </a:p>
        </p:txBody>
      </p:sp>
      <p:sp>
        <p:nvSpPr>
          <p:cNvPr id="3" name="Untertitel 2"/>
          <p:cNvSpPr>
            <a:spLocks noGrp="1"/>
          </p:cNvSpPr>
          <p:nvPr>
            <p:ph type="subTitle" idx="1"/>
          </p:nvPr>
        </p:nvSpPr>
        <p:spPr/>
        <p:txBody>
          <a:bodyPr/>
          <a:lstStyle/>
          <a:p>
            <a:pPr marL="0" indent="0" algn="ctr">
              <a:buNone/>
            </a:pPr>
            <a:endParaRPr lang="de-DE" dirty="0"/>
          </a:p>
        </p:txBody>
      </p:sp>
      <p:sp>
        <p:nvSpPr>
          <p:cNvPr id="7" name="Grafik 20" descr="Bücher">
            <a:extLst>
              <a:ext uri="{FF2B5EF4-FFF2-40B4-BE49-F238E27FC236}">
                <a16:creationId xmlns:a16="http://schemas.microsoft.com/office/drawing/2014/main" id="{43D00B49-42D5-4163-8350-6A7AE38C9954}"/>
              </a:ext>
            </a:extLst>
          </p:cNvPr>
          <p:cNvSpPr/>
          <p:nvPr/>
        </p:nvSpPr>
        <p:spPr>
          <a:xfrm>
            <a:off x="10877258" y="5267628"/>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endParaRPr lang="de-DE"/>
          </a:p>
        </p:txBody>
      </p:sp>
      <p:sp>
        <p:nvSpPr>
          <p:cNvPr id="15" name="Fußzeilenplatzhalter 4">
            <a:extLst>
              <a:ext uri="{FF2B5EF4-FFF2-40B4-BE49-F238E27FC236}">
                <a16:creationId xmlns:a16="http://schemas.microsoft.com/office/drawing/2014/main" id="{CF8E2A68-533E-4691-B47F-D2CEA4F20DFE}"/>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USV</a:t>
            </a:r>
          </a:p>
        </p:txBody>
      </p:sp>
    </p:spTree>
    <p:extLst>
      <p:ext uri="{BB962C8B-B14F-4D97-AF65-F5344CB8AC3E}">
        <p14:creationId xmlns:p14="http://schemas.microsoft.com/office/powerpoint/2010/main" val="314895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7407E7CC-3848-4097-B71B-941B1DF1C15C}" type="datetime1">
              <a:rPr lang="de-DE" smtClean="0"/>
              <a:t>12.02.2024</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2</a:t>
            </a:fld>
            <a:endParaRPr lang="de-DE"/>
          </a:p>
        </p:txBody>
      </p:sp>
      <p:sp>
        <p:nvSpPr>
          <p:cNvPr id="66" name="Titel 65"/>
          <p:cNvSpPr>
            <a:spLocks noGrp="1"/>
          </p:cNvSpPr>
          <p:nvPr>
            <p:ph type="title"/>
          </p:nvPr>
        </p:nvSpPr>
        <p:spPr/>
        <p:txBody>
          <a:bodyPr>
            <a:normAutofit fontScale="90000"/>
          </a:bodyPr>
          <a:lstStyle/>
          <a:p>
            <a:r>
              <a:rPr lang="de-DE" dirty="0"/>
              <a:t>Themenübersicht</a:t>
            </a:r>
          </a:p>
        </p:txBody>
      </p:sp>
      <p:grpSp>
        <p:nvGrpSpPr>
          <p:cNvPr id="21" name="Grafik 58" descr="Liste">
            <a:extLst>
              <a:ext uri="{FF2B5EF4-FFF2-40B4-BE49-F238E27FC236}">
                <a16:creationId xmlns:a16="http://schemas.microsoft.com/office/drawing/2014/main" id="{547CCC1F-DBD8-4611-A9E2-BACF5D8BB224}"/>
              </a:ext>
            </a:extLst>
          </p:cNvPr>
          <p:cNvGrpSpPr/>
          <p:nvPr/>
        </p:nvGrpSpPr>
        <p:grpSpPr>
          <a:xfrm>
            <a:off x="10907083" y="1843634"/>
            <a:ext cx="1273805" cy="1273805"/>
            <a:chOff x="2281159" y="4358168"/>
            <a:chExt cx="652113" cy="652113"/>
          </a:xfrm>
          <a:solidFill>
            <a:srgbClr val="0071B2"/>
          </a:solidFill>
        </p:grpSpPr>
        <p:sp>
          <p:nvSpPr>
            <p:cNvPr id="22" name="Freihandform: Form 145">
              <a:extLst>
                <a:ext uri="{FF2B5EF4-FFF2-40B4-BE49-F238E27FC236}">
                  <a16:creationId xmlns:a16="http://schemas.microsoft.com/office/drawing/2014/main" id="{6664AC2F-405B-4FC0-81DE-E00A017650CA}"/>
                </a:ext>
              </a:extLst>
            </p:cNvPr>
            <p:cNvSpPr/>
            <p:nvPr/>
          </p:nvSpPr>
          <p:spPr>
            <a:xfrm>
              <a:off x="2396637" y="4412510"/>
              <a:ext cx="421156" cy="543427"/>
            </a:xfrm>
            <a:custGeom>
              <a:avLst/>
              <a:gdLst>
                <a:gd name="connsiteX0" fmla="*/ 40757 w 421156"/>
                <a:gd name="connsiteY0" fmla="*/ 40757 h 543427"/>
                <a:gd name="connsiteX1" fmla="*/ 380399 w 421156"/>
                <a:gd name="connsiteY1" fmla="*/ 40757 h 543427"/>
                <a:gd name="connsiteX2" fmla="*/ 380399 w 421156"/>
                <a:gd name="connsiteY2" fmla="*/ 502670 h 543427"/>
                <a:gd name="connsiteX3" fmla="*/ 40757 w 421156"/>
                <a:gd name="connsiteY3" fmla="*/ 502670 h 543427"/>
                <a:gd name="connsiteX4" fmla="*/ 40757 w 421156"/>
                <a:gd name="connsiteY4" fmla="*/ 40757 h 543427"/>
                <a:gd name="connsiteX5" fmla="*/ 0 w 421156"/>
                <a:gd name="connsiteY5" fmla="*/ 543428 h 543427"/>
                <a:gd name="connsiteX6" fmla="*/ 421156 w 421156"/>
                <a:gd name="connsiteY6" fmla="*/ 543428 h 543427"/>
                <a:gd name="connsiteX7" fmla="*/ 421156 w 421156"/>
                <a:gd name="connsiteY7" fmla="*/ 0 h 543427"/>
                <a:gd name="connsiteX8" fmla="*/ 0 w 421156"/>
                <a:gd name="connsiteY8" fmla="*/ 0 h 543427"/>
                <a:gd name="connsiteX9" fmla="*/ 0 w 421156"/>
                <a:gd name="connsiteY9" fmla="*/ 543428 h 543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1156" h="543427">
                  <a:moveTo>
                    <a:pt x="40757" y="40757"/>
                  </a:moveTo>
                  <a:lnTo>
                    <a:pt x="380399" y="40757"/>
                  </a:lnTo>
                  <a:lnTo>
                    <a:pt x="380399" y="502670"/>
                  </a:lnTo>
                  <a:lnTo>
                    <a:pt x="40757" y="502670"/>
                  </a:lnTo>
                  <a:lnTo>
                    <a:pt x="40757" y="40757"/>
                  </a:lnTo>
                  <a:close/>
                  <a:moveTo>
                    <a:pt x="0" y="543428"/>
                  </a:moveTo>
                  <a:lnTo>
                    <a:pt x="421156" y="543428"/>
                  </a:lnTo>
                  <a:lnTo>
                    <a:pt x="421156" y="0"/>
                  </a:lnTo>
                  <a:lnTo>
                    <a:pt x="0" y="0"/>
                  </a:lnTo>
                  <a:lnTo>
                    <a:pt x="0" y="543428"/>
                  </a:lnTo>
                  <a:close/>
                </a:path>
              </a:pathLst>
            </a:custGeom>
            <a:grpFill/>
            <a:ln w="6747" cap="flat">
              <a:noFill/>
              <a:prstDash val="solid"/>
              <a:miter/>
            </a:ln>
          </p:spPr>
          <p:txBody>
            <a:bodyPr rtlCol="0" anchor="ctr"/>
            <a:lstStyle/>
            <a:p>
              <a:endParaRPr lang="de-DE"/>
            </a:p>
          </p:txBody>
        </p:sp>
        <p:sp>
          <p:nvSpPr>
            <p:cNvPr id="23" name="Freihandform: Form 146">
              <a:extLst>
                <a:ext uri="{FF2B5EF4-FFF2-40B4-BE49-F238E27FC236}">
                  <a16:creationId xmlns:a16="http://schemas.microsoft.com/office/drawing/2014/main" id="{EF7386C6-D559-41AF-B81E-BA7651AC8BE0}"/>
                </a:ext>
              </a:extLst>
            </p:cNvPr>
            <p:cNvSpPr/>
            <p:nvPr/>
          </p:nvSpPr>
          <p:spPr>
            <a:xfrm>
              <a:off x="2484944" y="4494024"/>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a:p>
          </p:txBody>
        </p:sp>
        <p:sp>
          <p:nvSpPr>
            <p:cNvPr id="24" name="Freihandform: Form 147">
              <a:extLst>
                <a:ext uri="{FF2B5EF4-FFF2-40B4-BE49-F238E27FC236}">
                  <a16:creationId xmlns:a16="http://schemas.microsoft.com/office/drawing/2014/main" id="{8BEEC73A-E773-4F9C-86C2-428BF1E87550}"/>
                </a:ext>
              </a:extLst>
            </p:cNvPr>
            <p:cNvSpPr/>
            <p:nvPr/>
          </p:nvSpPr>
          <p:spPr>
            <a:xfrm>
              <a:off x="2593629" y="4507610"/>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a:p>
          </p:txBody>
        </p:sp>
        <p:sp>
          <p:nvSpPr>
            <p:cNvPr id="25" name="Freihandform: Form 148">
              <a:extLst>
                <a:ext uri="{FF2B5EF4-FFF2-40B4-BE49-F238E27FC236}">
                  <a16:creationId xmlns:a16="http://schemas.microsoft.com/office/drawing/2014/main" id="{A1CC3FBF-5A4C-40F0-89F7-9DEE83588D02}"/>
                </a:ext>
              </a:extLst>
            </p:cNvPr>
            <p:cNvSpPr/>
            <p:nvPr/>
          </p:nvSpPr>
          <p:spPr>
            <a:xfrm>
              <a:off x="2484944" y="4602710"/>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a:p>
          </p:txBody>
        </p:sp>
        <p:sp>
          <p:nvSpPr>
            <p:cNvPr id="26" name="Freihandform: Form 149">
              <a:extLst>
                <a:ext uri="{FF2B5EF4-FFF2-40B4-BE49-F238E27FC236}">
                  <a16:creationId xmlns:a16="http://schemas.microsoft.com/office/drawing/2014/main" id="{8C3B8F1C-542E-4F97-BB7C-47557819042A}"/>
                </a:ext>
              </a:extLst>
            </p:cNvPr>
            <p:cNvSpPr/>
            <p:nvPr/>
          </p:nvSpPr>
          <p:spPr>
            <a:xfrm>
              <a:off x="2593629" y="4616296"/>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a:p>
          </p:txBody>
        </p:sp>
        <p:sp>
          <p:nvSpPr>
            <p:cNvPr id="27" name="Freihandform: Form 150">
              <a:extLst>
                <a:ext uri="{FF2B5EF4-FFF2-40B4-BE49-F238E27FC236}">
                  <a16:creationId xmlns:a16="http://schemas.microsoft.com/office/drawing/2014/main" id="{1E31D50E-65E2-46B8-AEE8-964626B492B8}"/>
                </a:ext>
              </a:extLst>
            </p:cNvPr>
            <p:cNvSpPr/>
            <p:nvPr/>
          </p:nvSpPr>
          <p:spPr>
            <a:xfrm>
              <a:off x="2484944" y="4711395"/>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a:p>
          </p:txBody>
        </p:sp>
        <p:sp>
          <p:nvSpPr>
            <p:cNvPr id="28" name="Freihandform: Form 151">
              <a:extLst>
                <a:ext uri="{FF2B5EF4-FFF2-40B4-BE49-F238E27FC236}">
                  <a16:creationId xmlns:a16="http://schemas.microsoft.com/office/drawing/2014/main" id="{4227EF37-38A4-4DA2-BD2F-9BFCD22BAB7F}"/>
                </a:ext>
              </a:extLst>
            </p:cNvPr>
            <p:cNvSpPr/>
            <p:nvPr/>
          </p:nvSpPr>
          <p:spPr>
            <a:xfrm>
              <a:off x="2593629" y="4724981"/>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a:p>
          </p:txBody>
        </p:sp>
        <p:sp>
          <p:nvSpPr>
            <p:cNvPr id="29" name="Freihandform: Form 152">
              <a:extLst>
                <a:ext uri="{FF2B5EF4-FFF2-40B4-BE49-F238E27FC236}">
                  <a16:creationId xmlns:a16="http://schemas.microsoft.com/office/drawing/2014/main" id="{FA00B24A-F304-43DE-9E81-BCD66CA79365}"/>
                </a:ext>
              </a:extLst>
            </p:cNvPr>
            <p:cNvSpPr/>
            <p:nvPr/>
          </p:nvSpPr>
          <p:spPr>
            <a:xfrm>
              <a:off x="2484944" y="4820081"/>
              <a:ext cx="54342" cy="54342"/>
            </a:xfrm>
            <a:custGeom>
              <a:avLst/>
              <a:gdLst>
                <a:gd name="connsiteX0" fmla="*/ 0 w 54342"/>
                <a:gd name="connsiteY0" fmla="*/ 0 h 54342"/>
                <a:gd name="connsiteX1" fmla="*/ 54343 w 54342"/>
                <a:gd name="connsiteY1" fmla="*/ 0 h 54342"/>
                <a:gd name="connsiteX2" fmla="*/ 54343 w 54342"/>
                <a:gd name="connsiteY2" fmla="*/ 54343 h 54342"/>
                <a:gd name="connsiteX3" fmla="*/ 0 w 54342"/>
                <a:gd name="connsiteY3" fmla="*/ 54343 h 54342"/>
              </a:gdLst>
              <a:ahLst/>
              <a:cxnLst>
                <a:cxn ang="0">
                  <a:pos x="connsiteX0" y="connsiteY0"/>
                </a:cxn>
                <a:cxn ang="0">
                  <a:pos x="connsiteX1" y="connsiteY1"/>
                </a:cxn>
                <a:cxn ang="0">
                  <a:pos x="connsiteX2" y="connsiteY2"/>
                </a:cxn>
                <a:cxn ang="0">
                  <a:pos x="connsiteX3" y="connsiteY3"/>
                </a:cxn>
              </a:cxnLst>
              <a:rect l="l" t="t" r="r" b="b"/>
              <a:pathLst>
                <a:path w="54342" h="54342">
                  <a:moveTo>
                    <a:pt x="0" y="0"/>
                  </a:moveTo>
                  <a:lnTo>
                    <a:pt x="54343" y="0"/>
                  </a:lnTo>
                  <a:lnTo>
                    <a:pt x="54343" y="54343"/>
                  </a:lnTo>
                  <a:lnTo>
                    <a:pt x="0" y="54343"/>
                  </a:lnTo>
                  <a:close/>
                </a:path>
              </a:pathLst>
            </a:custGeom>
            <a:grpFill/>
            <a:ln w="6747" cap="flat">
              <a:noFill/>
              <a:prstDash val="solid"/>
              <a:miter/>
            </a:ln>
          </p:spPr>
          <p:txBody>
            <a:bodyPr rtlCol="0" anchor="ctr"/>
            <a:lstStyle/>
            <a:p>
              <a:endParaRPr lang="de-DE"/>
            </a:p>
          </p:txBody>
        </p:sp>
        <p:sp>
          <p:nvSpPr>
            <p:cNvPr id="30" name="Freihandform: Form 153">
              <a:extLst>
                <a:ext uri="{FF2B5EF4-FFF2-40B4-BE49-F238E27FC236}">
                  <a16:creationId xmlns:a16="http://schemas.microsoft.com/office/drawing/2014/main" id="{514824B0-14D8-44FE-BA7D-42C30D4CD661}"/>
                </a:ext>
              </a:extLst>
            </p:cNvPr>
            <p:cNvSpPr/>
            <p:nvPr/>
          </p:nvSpPr>
          <p:spPr>
            <a:xfrm>
              <a:off x="2593629" y="4833667"/>
              <a:ext cx="135856" cy="27171"/>
            </a:xfrm>
            <a:custGeom>
              <a:avLst/>
              <a:gdLst>
                <a:gd name="connsiteX0" fmla="*/ 0 w 135856"/>
                <a:gd name="connsiteY0" fmla="*/ 0 h 27171"/>
                <a:gd name="connsiteX1" fmla="*/ 135857 w 135856"/>
                <a:gd name="connsiteY1" fmla="*/ 0 h 27171"/>
                <a:gd name="connsiteX2" fmla="*/ 135857 w 135856"/>
                <a:gd name="connsiteY2" fmla="*/ 27171 h 27171"/>
                <a:gd name="connsiteX3" fmla="*/ 0 w 135856"/>
                <a:gd name="connsiteY3" fmla="*/ 27171 h 27171"/>
              </a:gdLst>
              <a:ahLst/>
              <a:cxnLst>
                <a:cxn ang="0">
                  <a:pos x="connsiteX0" y="connsiteY0"/>
                </a:cxn>
                <a:cxn ang="0">
                  <a:pos x="connsiteX1" y="connsiteY1"/>
                </a:cxn>
                <a:cxn ang="0">
                  <a:pos x="connsiteX2" y="connsiteY2"/>
                </a:cxn>
                <a:cxn ang="0">
                  <a:pos x="connsiteX3" y="connsiteY3"/>
                </a:cxn>
              </a:cxnLst>
              <a:rect l="l" t="t" r="r" b="b"/>
              <a:pathLst>
                <a:path w="135856" h="27171">
                  <a:moveTo>
                    <a:pt x="0" y="0"/>
                  </a:moveTo>
                  <a:lnTo>
                    <a:pt x="135857" y="0"/>
                  </a:lnTo>
                  <a:lnTo>
                    <a:pt x="135857" y="27171"/>
                  </a:lnTo>
                  <a:lnTo>
                    <a:pt x="0" y="27171"/>
                  </a:lnTo>
                  <a:close/>
                </a:path>
              </a:pathLst>
            </a:custGeom>
            <a:grpFill/>
            <a:ln w="6747" cap="flat">
              <a:noFill/>
              <a:prstDash val="solid"/>
              <a:miter/>
            </a:ln>
          </p:spPr>
          <p:txBody>
            <a:bodyPr rtlCol="0" anchor="ctr"/>
            <a:lstStyle/>
            <a:p>
              <a:endParaRPr lang="de-DE"/>
            </a:p>
          </p:txBody>
        </p:sp>
      </p:grpSp>
      <p:sp>
        <p:nvSpPr>
          <p:cNvPr id="31" name="Fußzeilenplatzhalter 4">
            <a:extLst>
              <a:ext uri="{FF2B5EF4-FFF2-40B4-BE49-F238E27FC236}">
                <a16:creationId xmlns:a16="http://schemas.microsoft.com/office/drawing/2014/main" id="{7A8D1D15-E2B2-4A37-BDAE-465C64A9C9F4}"/>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
        <p:nvSpPr>
          <p:cNvPr id="67" name="Textplatzhalter 12">
            <a:extLst>
              <a:ext uri="{FF2B5EF4-FFF2-40B4-BE49-F238E27FC236}">
                <a16:creationId xmlns:a16="http://schemas.microsoft.com/office/drawing/2014/main" id="{660EF78D-FB01-4F96-AB43-715D859EF4AD}"/>
              </a:ext>
            </a:extLst>
          </p:cNvPr>
          <p:cNvSpPr txBox="1">
            <a:spLocks/>
          </p:cNvSpPr>
          <p:nvPr/>
        </p:nvSpPr>
        <p:spPr>
          <a:xfrm>
            <a:off x="361949" y="1985963"/>
            <a:ext cx="10226681" cy="360203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de-DE" dirty="0">
                <a:solidFill>
                  <a:schemeClr val="accent2"/>
                </a:solidFill>
              </a:rPr>
              <a:t>01 </a:t>
            </a:r>
            <a:r>
              <a:rPr lang="de-DE" dirty="0"/>
              <a:t>Was ist eine USV?</a:t>
            </a:r>
            <a:endParaRPr lang="de-DE" sz="2400" dirty="0"/>
          </a:p>
          <a:p>
            <a:pPr algn="l"/>
            <a:r>
              <a:rPr lang="de-DE" dirty="0">
                <a:solidFill>
                  <a:schemeClr val="accent2"/>
                </a:solidFill>
              </a:rPr>
              <a:t>02 </a:t>
            </a:r>
            <a:r>
              <a:rPr lang="de-DE" dirty="0"/>
              <a:t>USV- Bauformen und Aufbau</a:t>
            </a:r>
          </a:p>
          <a:p>
            <a:pPr algn="l"/>
            <a:r>
              <a:rPr lang="de-DE" dirty="0">
                <a:solidFill>
                  <a:schemeClr val="accent2"/>
                </a:solidFill>
              </a:rPr>
              <a:t>03 </a:t>
            </a:r>
            <a:r>
              <a:rPr lang="de-DE" dirty="0"/>
              <a:t>Einsatzgebiete, Unterschiede und Klassen</a:t>
            </a:r>
            <a:endParaRPr lang="de-DE" sz="2400" dirty="0"/>
          </a:p>
          <a:p>
            <a:pPr marL="0" indent="0" algn="l">
              <a:buNone/>
            </a:pPr>
            <a:r>
              <a:rPr lang="de-DE" dirty="0">
                <a:solidFill>
                  <a:schemeClr val="accent2"/>
                </a:solidFill>
              </a:rPr>
              <a:t>04 </a:t>
            </a:r>
            <a:r>
              <a:rPr lang="de-DE" sz="2400" dirty="0"/>
              <a:t>Kaufkriterien</a:t>
            </a:r>
          </a:p>
          <a:p>
            <a:pPr marL="0" indent="0" algn="l">
              <a:buNone/>
            </a:pPr>
            <a:endParaRPr lang="de-DE" b="1" dirty="0"/>
          </a:p>
        </p:txBody>
      </p:sp>
    </p:spTree>
    <p:extLst>
      <p:ext uri="{BB962C8B-B14F-4D97-AF65-F5344CB8AC3E}">
        <p14:creationId xmlns:p14="http://schemas.microsoft.com/office/powerpoint/2010/main" val="1759709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pieren 17"/>
          <p:cNvGrpSpPr/>
          <p:nvPr/>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21" name="Grafik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F4F8AE5A-E1EC-48A2-9BFE-BC13F96475B3}" type="datetime1">
              <a:rPr lang="de-DE" smtClean="0"/>
              <a:t>12.02.2024</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3</a:t>
            </a:fld>
            <a:endParaRPr lang="de-DE"/>
          </a:p>
        </p:txBody>
      </p:sp>
      <p:sp>
        <p:nvSpPr>
          <p:cNvPr id="8" name="Textplatzhalter 7"/>
          <p:cNvSpPr>
            <a:spLocks noGrp="1"/>
          </p:cNvSpPr>
          <p:nvPr>
            <p:ph type="body" sz="quarter" idx="13"/>
          </p:nvPr>
        </p:nvSpPr>
        <p:spPr>
          <a:xfrm>
            <a:off x="2576068" y="1738699"/>
            <a:ext cx="5751512" cy="707704"/>
          </a:xfrm>
        </p:spPr>
        <p:txBody>
          <a:bodyPr>
            <a:normAutofit/>
          </a:bodyPr>
          <a:lstStyle/>
          <a:p>
            <a:r>
              <a:rPr lang="de-DE" sz="3400" b="1" dirty="0"/>
              <a:t>Was ist eine USV?</a:t>
            </a:r>
            <a:endParaRPr lang="de-DE" sz="3400" dirty="0"/>
          </a:p>
        </p:txBody>
      </p:sp>
      <p:sp>
        <p:nvSpPr>
          <p:cNvPr id="9" name="Textplatzhalter 8"/>
          <p:cNvSpPr>
            <a:spLocks noGrp="1"/>
          </p:cNvSpPr>
          <p:nvPr>
            <p:ph type="body" sz="quarter" idx="14"/>
          </p:nvPr>
        </p:nvSpPr>
        <p:spPr>
          <a:xfrm>
            <a:off x="2576068" y="2345714"/>
            <a:ext cx="5751512" cy="711867"/>
          </a:xfrm>
        </p:spPr>
        <p:txBody>
          <a:bodyPr/>
          <a:lstStyle/>
          <a:p>
            <a:r>
              <a:rPr lang="de-DE" dirty="0"/>
              <a:t>Begriffserklärung und Einsatzgebiete</a:t>
            </a:r>
            <a:br>
              <a:rPr lang="de-DE" dirty="0"/>
            </a:br>
            <a:endParaRPr lang="de-DE" dirty="0"/>
          </a:p>
        </p:txBody>
      </p:sp>
      <p:sp>
        <p:nvSpPr>
          <p:cNvPr id="10" name="Textplatzhalter 9"/>
          <p:cNvSpPr>
            <a:spLocks noGrp="1"/>
          </p:cNvSpPr>
          <p:nvPr>
            <p:ph type="body" sz="quarter" idx="15"/>
          </p:nvPr>
        </p:nvSpPr>
        <p:spPr>
          <a:xfrm>
            <a:off x="1130593" y="1718033"/>
            <a:ext cx="1219200" cy="1123950"/>
          </a:xfrm>
        </p:spPr>
        <p:txBody>
          <a:bodyPr/>
          <a:lstStyle/>
          <a:p>
            <a:r>
              <a:rPr lang="de-DE" dirty="0">
                <a:solidFill>
                  <a:schemeClr val="accent2"/>
                </a:solidFill>
              </a:rPr>
              <a:t>01</a:t>
            </a:r>
          </a:p>
        </p:txBody>
      </p:sp>
      <p:grpSp>
        <p:nvGrpSpPr>
          <p:cNvPr id="12" name="Grafik 83" descr="Rakete">
            <a:extLst>
              <a:ext uri="{FF2B5EF4-FFF2-40B4-BE49-F238E27FC236}">
                <a16:creationId xmlns:a16="http://schemas.microsoft.com/office/drawing/2014/main" id="{538B78E7-974A-4387-AB32-77B53CD37171}"/>
              </a:ext>
            </a:extLst>
          </p:cNvPr>
          <p:cNvGrpSpPr/>
          <p:nvPr/>
        </p:nvGrpSpPr>
        <p:grpSpPr>
          <a:xfrm>
            <a:off x="9201163" y="621763"/>
            <a:ext cx="2642225" cy="2642225"/>
            <a:chOff x="5744639" y="6089168"/>
            <a:chExt cx="555469" cy="555469"/>
          </a:xfrm>
          <a:solidFill>
            <a:schemeClr val="tx2"/>
          </a:solidFill>
        </p:grpSpPr>
        <p:sp>
          <p:nvSpPr>
            <p:cNvPr id="13" name="Freihandform: Form 237">
              <a:extLst>
                <a:ext uri="{FF2B5EF4-FFF2-40B4-BE49-F238E27FC236}">
                  <a16:creationId xmlns:a16="http://schemas.microsoft.com/office/drawing/2014/main" id="{923D2656-1EAB-4398-B4EA-CF70164A6EDD}"/>
                </a:ext>
              </a:extLst>
            </p:cNvPr>
            <p:cNvSpPr/>
            <p:nvPr/>
          </p:nvSpPr>
          <p:spPr>
            <a:xfrm>
              <a:off x="6149089" y="6134708"/>
              <a:ext cx="106153" cy="102005"/>
            </a:xfrm>
            <a:custGeom>
              <a:avLst/>
              <a:gdLst>
                <a:gd name="connsiteX0" fmla="*/ 103572 w 106153"/>
                <a:gd name="connsiteY0" fmla="*/ 3063 h 102005"/>
                <a:gd name="connsiteX1" fmla="*/ 0 w 106153"/>
                <a:gd name="connsiteY1" fmla="*/ 15793 h 102005"/>
                <a:gd name="connsiteX2" fmla="*/ 47446 w 106153"/>
                <a:gd name="connsiteY2" fmla="*/ 53402 h 102005"/>
                <a:gd name="connsiteX3" fmla="*/ 85635 w 106153"/>
                <a:gd name="connsiteY3" fmla="*/ 102006 h 102005"/>
                <a:gd name="connsiteX4" fmla="*/ 103572 w 106153"/>
                <a:gd name="connsiteY4" fmla="*/ 3063 h 102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53" h="102005">
                  <a:moveTo>
                    <a:pt x="103572" y="3063"/>
                  </a:moveTo>
                  <a:cubicBezTo>
                    <a:pt x="95471" y="-5038"/>
                    <a:pt x="43396" y="4220"/>
                    <a:pt x="0" y="15793"/>
                  </a:cubicBezTo>
                  <a:cubicBezTo>
                    <a:pt x="15623" y="25050"/>
                    <a:pt x="31824" y="37780"/>
                    <a:pt x="47446" y="53402"/>
                  </a:cubicBezTo>
                  <a:cubicBezTo>
                    <a:pt x="63647" y="69604"/>
                    <a:pt x="76377" y="85805"/>
                    <a:pt x="85635" y="102006"/>
                  </a:cubicBezTo>
                  <a:cubicBezTo>
                    <a:pt x="97207" y="57453"/>
                    <a:pt x="112251" y="11164"/>
                    <a:pt x="103572" y="3063"/>
                  </a:cubicBezTo>
                  <a:close/>
                </a:path>
              </a:pathLst>
            </a:custGeom>
            <a:grpFill/>
            <a:ln w="5755" cap="flat">
              <a:noFill/>
              <a:prstDash val="solid"/>
              <a:miter/>
            </a:ln>
          </p:spPr>
          <p:txBody>
            <a:bodyPr rtlCol="0" anchor="ctr"/>
            <a:lstStyle/>
            <a:p>
              <a:endParaRPr lang="de-DE"/>
            </a:p>
          </p:txBody>
        </p:sp>
        <p:sp>
          <p:nvSpPr>
            <p:cNvPr id="14" name="Freihandform: Form 238">
              <a:extLst>
                <a:ext uri="{FF2B5EF4-FFF2-40B4-BE49-F238E27FC236}">
                  <a16:creationId xmlns:a16="http://schemas.microsoft.com/office/drawing/2014/main" id="{5B478280-F68E-4276-B617-06B0B9A1F4FE}"/>
                </a:ext>
              </a:extLst>
            </p:cNvPr>
            <p:cNvSpPr/>
            <p:nvPr/>
          </p:nvSpPr>
          <p:spPr>
            <a:xfrm>
              <a:off x="5789231" y="6293780"/>
              <a:ext cx="141142" cy="134998"/>
            </a:xfrm>
            <a:custGeom>
              <a:avLst/>
              <a:gdLst>
                <a:gd name="connsiteX0" fmla="*/ 141143 w 141142"/>
                <a:gd name="connsiteY0" fmla="*/ 8896 h 134998"/>
                <a:gd name="connsiteX1" fmla="*/ 121470 w 141142"/>
                <a:gd name="connsiteY1" fmla="*/ 1374 h 134998"/>
                <a:gd name="connsiteX2" fmla="*/ 98325 w 141142"/>
                <a:gd name="connsiteY2" fmla="*/ 6003 h 134998"/>
                <a:gd name="connsiteX3" fmla="*/ 6326 w 141142"/>
                <a:gd name="connsiteY3" fmla="*/ 98003 h 134998"/>
                <a:gd name="connsiteX4" fmla="*/ 25999 w 141142"/>
                <a:gd name="connsiteY4" fmla="*/ 134455 h 134998"/>
                <a:gd name="connsiteX5" fmla="*/ 102954 w 141142"/>
                <a:gd name="connsiteY5" fmla="*/ 117097 h 134998"/>
                <a:gd name="connsiteX6" fmla="*/ 141143 w 141142"/>
                <a:gd name="connsiteY6" fmla="*/ 8896 h 13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142" h="134998">
                  <a:moveTo>
                    <a:pt x="141143" y="8896"/>
                  </a:moveTo>
                  <a:lnTo>
                    <a:pt x="121470" y="1374"/>
                  </a:lnTo>
                  <a:cubicBezTo>
                    <a:pt x="113369" y="-1519"/>
                    <a:pt x="104690" y="217"/>
                    <a:pt x="98325" y="6003"/>
                  </a:cubicBezTo>
                  <a:lnTo>
                    <a:pt x="6326" y="98003"/>
                  </a:lnTo>
                  <a:cubicBezTo>
                    <a:pt x="-8718" y="113047"/>
                    <a:pt x="5168" y="139084"/>
                    <a:pt x="25999" y="134455"/>
                  </a:cubicBezTo>
                  <a:lnTo>
                    <a:pt x="102954" y="117097"/>
                  </a:lnTo>
                  <a:cubicBezTo>
                    <a:pt x="109319" y="88166"/>
                    <a:pt x="119734" y="49399"/>
                    <a:pt x="141143" y="8896"/>
                  </a:cubicBezTo>
                  <a:close/>
                </a:path>
              </a:pathLst>
            </a:custGeom>
            <a:grpFill/>
            <a:ln w="5755" cap="flat">
              <a:noFill/>
              <a:prstDash val="solid"/>
              <a:miter/>
            </a:ln>
          </p:spPr>
          <p:txBody>
            <a:bodyPr rtlCol="0" anchor="ctr"/>
            <a:lstStyle/>
            <a:p>
              <a:endParaRPr lang="de-DE"/>
            </a:p>
          </p:txBody>
        </p:sp>
        <p:sp>
          <p:nvSpPr>
            <p:cNvPr id="15" name="Freihandform: Form 239">
              <a:extLst>
                <a:ext uri="{FF2B5EF4-FFF2-40B4-BE49-F238E27FC236}">
                  <a16:creationId xmlns:a16="http://schemas.microsoft.com/office/drawing/2014/main" id="{33178324-1981-4946-BB0C-F05CDE5C1380}"/>
                </a:ext>
              </a:extLst>
            </p:cNvPr>
            <p:cNvSpPr/>
            <p:nvPr/>
          </p:nvSpPr>
          <p:spPr>
            <a:xfrm>
              <a:off x="5959329" y="6453694"/>
              <a:ext cx="135266" cy="145447"/>
            </a:xfrm>
            <a:custGeom>
              <a:avLst/>
              <a:gdLst>
                <a:gd name="connsiteX0" fmla="*/ 124377 w 135266"/>
                <a:gd name="connsiteY0" fmla="*/ 0 h 145447"/>
                <a:gd name="connsiteX1" fmla="*/ 18491 w 135266"/>
                <a:gd name="connsiteY1" fmla="*/ 37031 h 145447"/>
                <a:gd name="connsiteX2" fmla="*/ 554 w 135266"/>
                <a:gd name="connsiteY2" fmla="*/ 119194 h 145447"/>
                <a:gd name="connsiteX3" fmla="*/ 37006 w 135266"/>
                <a:gd name="connsiteY3" fmla="*/ 138867 h 145447"/>
                <a:gd name="connsiteX4" fmla="*/ 129006 w 135266"/>
                <a:gd name="connsiteY4" fmla="*/ 46868 h 145447"/>
                <a:gd name="connsiteX5" fmla="*/ 133635 w 135266"/>
                <a:gd name="connsiteY5" fmla="*/ 23723 h 145447"/>
                <a:gd name="connsiteX6" fmla="*/ 124377 w 135266"/>
                <a:gd name="connsiteY6" fmla="*/ 0 h 145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266" h="145447">
                  <a:moveTo>
                    <a:pt x="124377" y="0"/>
                  </a:moveTo>
                  <a:cubicBezTo>
                    <a:pt x="85610" y="20251"/>
                    <a:pt x="48579" y="31245"/>
                    <a:pt x="18491" y="37031"/>
                  </a:cubicBezTo>
                  <a:lnTo>
                    <a:pt x="554" y="119194"/>
                  </a:lnTo>
                  <a:cubicBezTo>
                    <a:pt x="-4075" y="140024"/>
                    <a:pt x="21384" y="154490"/>
                    <a:pt x="37006" y="138867"/>
                  </a:cubicBezTo>
                  <a:lnTo>
                    <a:pt x="129006" y="46868"/>
                  </a:lnTo>
                  <a:cubicBezTo>
                    <a:pt x="134792" y="41082"/>
                    <a:pt x="137107" y="31824"/>
                    <a:pt x="133635" y="23723"/>
                  </a:cubicBezTo>
                  <a:lnTo>
                    <a:pt x="124377" y="0"/>
                  </a:lnTo>
                  <a:close/>
                </a:path>
              </a:pathLst>
            </a:custGeom>
            <a:grpFill/>
            <a:ln w="5755" cap="flat">
              <a:noFill/>
              <a:prstDash val="solid"/>
              <a:miter/>
            </a:ln>
          </p:spPr>
          <p:txBody>
            <a:bodyPr rtlCol="0" anchor="ctr"/>
            <a:lstStyle/>
            <a:p>
              <a:endParaRPr lang="de-DE"/>
            </a:p>
          </p:txBody>
        </p:sp>
        <p:sp>
          <p:nvSpPr>
            <p:cNvPr id="16" name="Freihandform: Form 240">
              <a:extLst>
                <a:ext uri="{FF2B5EF4-FFF2-40B4-BE49-F238E27FC236}">
                  <a16:creationId xmlns:a16="http://schemas.microsoft.com/office/drawing/2014/main" id="{DA728439-535B-4FD1-8C2A-205DA50924E2}"/>
                </a:ext>
              </a:extLst>
            </p:cNvPr>
            <p:cNvSpPr/>
            <p:nvPr/>
          </p:nvSpPr>
          <p:spPr>
            <a:xfrm>
              <a:off x="5912436" y="6160916"/>
              <a:ext cx="311294" cy="310715"/>
            </a:xfrm>
            <a:custGeom>
              <a:avLst/>
              <a:gdLst>
                <a:gd name="connsiteX0" fmla="*/ 205408 w 311294"/>
                <a:gd name="connsiteY0" fmla="*/ 0 h 310715"/>
                <a:gd name="connsiteX1" fmla="*/ 94893 w 311294"/>
                <a:gd name="connsiteY1" fmla="*/ 75220 h 310715"/>
                <a:gd name="connsiteX2" fmla="*/ 0 w 311294"/>
                <a:gd name="connsiteY2" fmla="*/ 274841 h 310715"/>
                <a:gd name="connsiteX3" fmla="*/ 35874 w 311294"/>
                <a:gd name="connsiteY3" fmla="*/ 310715 h 310715"/>
                <a:gd name="connsiteX4" fmla="*/ 236074 w 311294"/>
                <a:gd name="connsiteY4" fmla="*/ 216401 h 310715"/>
                <a:gd name="connsiteX5" fmla="*/ 311294 w 311294"/>
                <a:gd name="connsiteY5" fmla="*/ 106465 h 310715"/>
                <a:gd name="connsiteX6" fmla="*/ 267319 w 311294"/>
                <a:gd name="connsiteY6" fmla="*/ 42817 h 310715"/>
                <a:gd name="connsiteX7" fmla="*/ 205408 w 311294"/>
                <a:gd name="connsiteY7" fmla="*/ 0 h 310715"/>
                <a:gd name="connsiteX8" fmla="*/ 234917 w 311294"/>
                <a:gd name="connsiteY8" fmla="*/ 124981 h 310715"/>
                <a:gd name="connsiteX9" fmla="*/ 185735 w 311294"/>
                <a:gd name="connsiteY9" fmla="*/ 124981 h 310715"/>
                <a:gd name="connsiteX10" fmla="*/ 185735 w 311294"/>
                <a:gd name="connsiteY10" fmla="*/ 75798 h 310715"/>
                <a:gd name="connsiteX11" fmla="*/ 234917 w 311294"/>
                <a:gd name="connsiteY11" fmla="*/ 75798 h 310715"/>
                <a:gd name="connsiteX12" fmla="*/ 234917 w 311294"/>
                <a:gd name="connsiteY12" fmla="*/ 124981 h 31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294" h="310715">
                  <a:moveTo>
                    <a:pt x="205408" y="0"/>
                  </a:moveTo>
                  <a:cubicBezTo>
                    <a:pt x="171270" y="13887"/>
                    <a:pt x="132503" y="37610"/>
                    <a:pt x="94893" y="75220"/>
                  </a:cubicBezTo>
                  <a:cubicBezTo>
                    <a:pt x="26038" y="144075"/>
                    <a:pt x="5786" y="227395"/>
                    <a:pt x="0" y="274841"/>
                  </a:cubicBezTo>
                  <a:lnTo>
                    <a:pt x="35874" y="310715"/>
                  </a:lnTo>
                  <a:cubicBezTo>
                    <a:pt x="83320" y="304929"/>
                    <a:pt x="167219" y="285256"/>
                    <a:pt x="236074" y="216401"/>
                  </a:cubicBezTo>
                  <a:cubicBezTo>
                    <a:pt x="273684" y="178792"/>
                    <a:pt x="297407" y="140603"/>
                    <a:pt x="311294" y="106465"/>
                  </a:cubicBezTo>
                  <a:cubicBezTo>
                    <a:pt x="303772" y="87371"/>
                    <a:pt x="288728" y="64805"/>
                    <a:pt x="267319" y="42817"/>
                  </a:cubicBezTo>
                  <a:cubicBezTo>
                    <a:pt x="246489" y="22566"/>
                    <a:pt x="224502" y="7522"/>
                    <a:pt x="205408" y="0"/>
                  </a:cubicBezTo>
                  <a:close/>
                  <a:moveTo>
                    <a:pt x="234917" y="124981"/>
                  </a:moveTo>
                  <a:cubicBezTo>
                    <a:pt x="221609" y="138289"/>
                    <a:pt x="199622" y="138289"/>
                    <a:pt x="185735" y="124981"/>
                  </a:cubicBezTo>
                  <a:cubicBezTo>
                    <a:pt x="172427" y="111672"/>
                    <a:pt x="172427" y="89685"/>
                    <a:pt x="185735" y="75798"/>
                  </a:cubicBezTo>
                  <a:cubicBezTo>
                    <a:pt x="199043" y="62490"/>
                    <a:pt x="221030" y="62490"/>
                    <a:pt x="234917" y="75798"/>
                  </a:cubicBezTo>
                  <a:cubicBezTo>
                    <a:pt x="248225" y="89685"/>
                    <a:pt x="248225" y="111672"/>
                    <a:pt x="234917" y="124981"/>
                  </a:cubicBezTo>
                  <a:close/>
                </a:path>
              </a:pathLst>
            </a:custGeom>
            <a:grpFill/>
            <a:ln w="5755" cap="flat">
              <a:noFill/>
              <a:prstDash val="solid"/>
              <a:miter/>
            </a:ln>
          </p:spPr>
          <p:txBody>
            <a:bodyPr rtlCol="0" anchor="ctr"/>
            <a:lstStyle/>
            <a:p>
              <a:endParaRPr lang="de-DE"/>
            </a:p>
          </p:txBody>
        </p:sp>
        <p:sp>
          <p:nvSpPr>
            <p:cNvPr id="17" name="Freihandform: Form 241">
              <a:extLst>
                <a:ext uri="{FF2B5EF4-FFF2-40B4-BE49-F238E27FC236}">
                  <a16:creationId xmlns:a16="http://schemas.microsoft.com/office/drawing/2014/main" id="{67CA6BC5-ADFC-463B-A214-BA231E59E835}"/>
                </a:ext>
              </a:extLst>
            </p:cNvPr>
            <p:cNvSpPr/>
            <p:nvPr/>
          </p:nvSpPr>
          <p:spPr>
            <a:xfrm>
              <a:off x="5844286" y="6457370"/>
              <a:ext cx="82410" cy="82581"/>
            </a:xfrm>
            <a:custGeom>
              <a:avLst/>
              <a:gdLst>
                <a:gd name="connsiteX0" fmla="*/ 67572 w 82410"/>
                <a:gd name="connsiteY0" fmla="*/ 14839 h 82581"/>
                <a:gd name="connsiteX1" fmla="*/ 40377 w 82410"/>
                <a:gd name="connsiteY1" fmla="*/ 9053 h 82581"/>
                <a:gd name="connsiteX2" fmla="*/ 1610 w 82410"/>
                <a:gd name="connsiteY2" fmla="*/ 80801 h 82581"/>
                <a:gd name="connsiteX3" fmla="*/ 73358 w 82410"/>
                <a:gd name="connsiteY3" fmla="*/ 42034 h 82581"/>
                <a:gd name="connsiteX4" fmla="*/ 67572 w 82410"/>
                <a:gd name="connsiteY4" fmla="*/ 14839 h 82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10" h="82581">
                  <a:moveTo>
                    <a:pt x="67572" y="14839"/>
                  </a:moveTo>
                  <a:cubicBezTo>
                    <a:pt x="58314" y="5581"/>
                    <a:pt x="59471" y="-10041"/>
                    <a:pt x="40377" y="9053"/>
                  </a:cubicBezTo>
                  <a:cubicBezTo>
                    <a:pt x="21283" y="28147"/>
                    <a:pt x="-7069" y="71543"/>
                    <a:pt x="1610" y="80801"/>
                  </a:cubicBezTo>
                  <a:cubicBezTo>
                    <a:pt x="10868" y="90059"/>
                    <a:pt x="54264" y="61128"/>
                    <a:pt x="73358" y="42034"/>
                  </a:cubicBezTo>
                  <a:cubicBezTo>
                    <a:pt x="92452" y="22361"/>
                    <a:pt x="76830" y="23518"/>
                    <a:pt x="67572" y="14839"/>
                  </a:cubicBezTo>
                  <a:close/>
                </a:path>
              </a:pathLst>
            </a:custGeom>
            <a:grpFill/>
            <a:ln w="5755" cap="flat">
              <a:noFill/>
              <a:prstDash val="solid"/>
              <a:miter/>
            </a:ln>
          </p:spPr>
          <p:txBody>
            <a:bodyPr rtlCol="0" anchor="ctr"/>
            <a:lstStyle/>
            <a:p>
              <a:endParaRPr lang="de-DE"/>
            </a:p>
          </p:txBody>
        </p:sp>
      </p:grpSp>
      <p:sp>
        <p:nvSpPr>
          <p:cNvPr id="23" name="Fußzeilenplatzhalter 4">
            <a:extLst>
              <a:ext uri="{FF2B5EF4-FFF2-40B4-BE49-F238E27FC236}">
                <a16:creationId xmlns:a16="http://schemas.microsoft.com/office/drawing/2014/main" id="{A927FDF3-1339-4CE8-AC0D-7233A8241288}"/>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545939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Was ist eine USV?</a:t>
            </a:r>
          </a:p>
        </p:txBody>
      </p:sp>
      <p:sp>
        <p:nvSpPr>
          <p:cNvPr id="3" name="Datumsplatzhalter 2"/>
          <p:cNvSpPr>
            <a:spLocks noGrp="1"/>
          </p:cNvSpPr>
          <p:nvPr>
            <p:ph type="dt" sz="half" idx="10"/>
          </p:nvPr>
        </p:nvSpPr>
        <p:spPr>
          <a:xfrm>
            <a:off x="3949046" y="6311900"/>
            <a:ext cx="1414806" cy="409575"/>
          </a:xfrm>
        </p:spPr>
        <p:txBody>
          <a:bodyPr/>
          <a:lstStyle/>
          <a:p>
            <a:fld id="{6B919B14-3CB0-4EDB-90C4-82DE9F01D2B0}"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4</a:t>
            </a:fld>
            <a:endParaRPr lang="de-DE"/>
          </a:p>
        </p:txBody>
      </p:sp>
      <p:sp>
        <p:nvSpPr>
          <p:cNvPr id="10" name="Textplatzhalter 9">
            <a:extLst>
              <a:ext uri="{FF2B5EF4-FFF2-40B4-BE49-F238E27FC236}">
                <a16:creationId xmlns:a16="http://schemas.microsoft.com/office/drawing/2014/main" id="{A9C745B5-3FC0-4745-BC36-0C66B6FF0270}"/>
              </a:ext>
            </a:extLst>
          </p:cNvPr>
          <p:cNvSpPr>
            <a:spLocks noGrp="1"/>
          </p:cNvSpPr>
          <p:nvPr>
            <p:ph type="body" sz="quarter" idx="13"/>
          </p:nvPr>
        </p:nvSpPr>
        <p:spPr/>
        <p:txBody>
          <a:bodyPr/>
          <a:lstStyle/>
          <a:p>
            <a:r>
              <a:rPr lang="de-DE" dirty="0"/>
              <a:t>Begriffserklärung</a:t>
            </a:r>
          </a:p>
        </p:txBody>
      </p:sp>
      <p:sp>
        <p:nvSpPr>
          <p:cNvPr id="13" name="Textplatzhalter 12"/>
          <p:cNvSpPr>
            <a:spLocks noGrp="1"/>
          </p:cNvSpPr>
          <p:nvPr>
            <p:ph type="body" sz="quarter" idx="14"/>
          </p:nvPr>
        </p:nvSpPr>
        <p:spPr>
          <a:xfrm>
            <a:off x="361949" y="1985964"/>
            <a:ext cx="11495753" cy="2500312"/>
          </a:xfrm>
        </p:spPr>
        <p:txBody>
          <a:bodyPr>
            <a:normAutofit/>
          </a:bodyPr>
          <a:lstStyle/>
          <a:p>
            <a:pPr marL="0" indent="0" algn="ctr">
              <a:buNone/>
            </a:pPr>
            <a:endParaRPr lang="de-DE" sz="2800" dirty="0">
              <a:solidFill>
                <a:schemeClr val="accent2"/>
              </a:solidFill>
            </a:endParaRPr>
          </a:p>
          <a:p>
            <a:pPr marL="0" indent="0" algn="ctr">
              <a:buNone/>
            </a:pPr>
            <a:r>
              <a:rPr lang="de-DE" dirty="0">
                <a:solidFill>
                  <a:schemeClr val="accent1"/>
                </a:solidFill>
              </a:rPr>
              <a:t>USV ist die Abkürzung für: </a:t>
            </a:r>
            <a:r>
              <a:rPr lang="de-DE" i="1" dirty="0">
                <a:solidFill>
                  <a:schemeClr val="accent2"/>
                </a:solidFill>
              </a:rPr>
              <a:t>Unterbrechungsfreie Strom-Versorgung</a:t>
            </a:r>
          </a:p>
          <a:p>
            <a:pPr marL="0" indent="0" algn="ctr">
              <a:buNone/>
            </a:pPr>
            <a:endParaRPr lang="de-DE" dirty="0">
              <a:solidFill>
                <a:schemeClr val="accent2"/>
              </a:solidFill>
            </a:endParaRPr>
          </a:p>
          <a:p>
            <a:pPr marL="0" indent="0" algn="ctr">
              <a:buNone/>
            </a:pPr>
            <a:r>
              <a:rPr lang="de-DE" dirty="0">
                <a:solidFill>
                  <a:schemeClr val="accent1"/>
                </a:solidFill>
              </a:rPr>
              <a:t>Englisch UPS: </a:t>
            </a:r>
            <a:r>
              <a:rPr lang="de-DE" i="1" dirty="0" err="1">
                <a:solidFill>
                  <a:schemeClr val="accent2"/>
                </a:solidFill>
              </a:rPr>
              <a:t>Uninterruptible</a:t>
            </a:r>
            <a:r>
              <a:rPr lang="de-DE" i="1" dirty="0">
                <a:solidFill>
                  <a:schemeClr val="accent2"/>
                </a:solidFill>
              </a:rPr>
              <a:t> Power Supply</a:t>
            </a:r>
          </a:p>
          <a:p>
            <a:pPr marL="0" indent="0" algn="ctr">
              <a:buNone/>
            </a:pPr>
            <a:endParaRPr lang="de-DE" sz="2800" dirty="0">
              <a:solidFill>
                <a:schemeClr val="accent2"/>
              </a:solidFill>
            </a:endParaRPr>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629853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Was ist eine USV?</a:t>
            </a:r>
          </a:p>
        </p:txBody>
      </p:sp>
      <p:sp>
        <p:nvSpPr>
          <p:cNvPr id="3" name="Datumsplatzhalter 2"/>
          <p:cNvSpPr>
            <a:spLocks noGrp="1"/>
          </p:cNvSpPr>
          <p:nvPr>
            <p:ph type="dt" sz="half" idx="10"/>
          </p:nvPr>
        </p:nvSpPr>
        <p:spPr>
          <a:xfrm>
            <a:off x="3949046" y="6311900"/>
            <a:ext cx="1414806" cy="409575"/>
          </a:xfrm>
        </p:spPr>
        <p:txBody>
          <a:bodyPr/>
          <a:lstStyle/>
          <a:p>
            <a:fld id="{B3B67263-4EF9-4A15-8104-B41BF2751F4E}"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5</a:t>
            </a:fld>
            <a:endParaRPr lang="de-DE"/>
          </a:p>
        </p:txBody>
      </p:sp>
      <p:sp>
        <p:nvSpPr>
          <p:cNvPr id="10" name="Textplatzhalter 9">
            <a:extLst>
              <a:ext uri="{FF2B5EF4-FFF2-40B4-BE49-F238E27FC236}">
                <a16:creationId xmlns:a16="http://schemas.microsoft.com/office/drawing/2014/main" id="{A9C745B5-3FC0-4745-BC36-0C66B6FF0270}"/>
              </a:ext>
            </a:extLst>
          </p:cNvPr>
          <p:cNvSpPr>
            <a:spLocks noGrp="1"/>
          </p:cNvSpPr>
          <p:nvPr>
            <p:ph type="body" sz="quarter" idx="13"/>
          </p:nvPr>
        </p:nvSpPr>
        <p:spPr/>
        <p:txBody>
          <a:bodyPr/>
          <a:lstStyle/>
          <a:p>
            <a:r>
              <a:rPr lang="de-DE" dirty="0"/>
              <a:t>Einsatzgebiete</a:t>
            </a:r>
          </a:p>
          <a:p>
            <a:endParaRPr lang="de-DE" dirty="0"/>
          </a:p>
        </p:txBody>
      </p:sp>
      <p:sp>
        <p:nvSpPr>
          <p:cNvPr id="13" name="Textplatzhalter 12"/>
          <p:cNvSpPr>
            <a:spLocks noGrp="1"/>
          </p:cNvSpPr>
          <p:nvPr>
            <p:ph type="body" sz="quarter" idx="14"/>
          </p:nvPr>
        </p:nvSpPr>
        <p:spPr>
          <a:xfrm>
            <a:off x="361949" y="1985963"/>
            <a:ext cx="11495753" cy="3602037"/>
          </a:xfrm>
        </p:spPr>
        <p:txBody>
          <a:bodyPr vert="horz" lIns="91440" tIns="45720" rIns="91440" bIns="45720" rtlCol="0" anchor="t">
            <a:normAutofit/>
          </a:bodyPr>
          <a:lstStyle/>
          <a:p>
            <a:pPr marL="0" indent="0">
              <a:buNone/>
            </a:pPr>
            <a:r>
              <a:rPr lang="de-DE" sz="2400" b="1" dirty="0"/>
              <a:t>Eine USV wird eingesetzt, um bei Störungen im Stromnetz die Versorgung kritischer elektrischer Lasten sicherzustellen</a:t>
            </a:r>
          </a:p>
          <a:p>
            <a:pPr marL="0" indent="0">
              <a:buNone/>
            </a:pPr>
            <a:endParaRPr lang="de-DE" sz="2400" b="1" dirty="0"/>
          </a:p>
          <a:p>
            <a:r>
              <a:rPr lang="de-DE" sz="2400" dirty="0"/>
              <a:t>USV</a:t>
            </a:r>
            <a:r>
              <a:rPr lang="de-DE" dirty="0"/>
              <a:t>s werden</a:t>
            </a:r>
            <a:r>
              <a:rPr lang="de-DE" sz="2400" dirty="0"/>
              <a:t> auch zum Schutz der Geräte vor minderwertige Stromqualität eingesetzt</a:t>
            </a:r>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61377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pieren 17"/>
          <p:cNvGrpSpPr/>
          <p:nvPr/>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21" name="Grafik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CCA54A29-79D6-4706-ABCD-FBE46C8E05C1}" type="datetime1">
              <a:rPr lang="de-DE" smtClean="0"/>
              <a:t>12.02.2024</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6</a:t>
            </a:fld>
            <a:endParaRPr lang="de-DE"/>
          </a:p>
        </p:txBody>
      </p:sp>
      <p:sp>
        <p:nvSpPr>
          <p:cNvPr id="8" name="Textplatzhalter 7"/>
          <p:cNvSpPr>
            <a:spLocks noGrp="1"/>
          </p:cNvSpPr>
          <p:nvPr>
            <p:ph type="body" sz="quarter" idx="13"/>
          </p:nvPr>
        </p:nvSpPr>
        <p:spPr>
          <a:xfrm>
            <a:off x="2576068" y="1738699"/>
            <a:ext cx="5751512" cy="707704"/>
          </a:xfrm>
        </p:spPr>
        <p:txBody>
          <a:bodyPr vert="horz" lIns="91440" tIns="45720" rIns="91440" bIns="45720" rtlCol="0" anchor="t">
            <a:normAutofit fontScale="70000" lnSpcReduction="20000"/>
          </a:bodyPr>
          <a:lstStyle/>
          <a:p>
            <a:r>
              <a:rPr lang="de-DE" b="1" dirty="0"/>
              <a:t>USV - Bauformen und Aufbau</a:t>
            </a:r>
            <a:endParaRPr lang="de-DE" dirty="0" err="1"/>
          </a:p>
        </p:txBody>
      </p:sp>
      <p:sp>
        <p:nvSpPr>
          <p:cNvPr id="9" name="Textplatzhalter 8"/>
          <p:cNvSpPr>
            <a:spLocks noGrp="1"/>
          </p:cNvSpPr>
          <p:nvPr>
            <p:ph type="body" sz="quarter" idx="14"/>
          </p:nvPr>
        </p:nvSpPr>
        <p:spPr>
          <a:xfrm>
            <a:off x="2576068" y="2345714"/>
            <a:ext cx="5751512" cy="711867"/>
          </a:xfrm>
        </p:spPr>
        <p:txBody>
          <a:bodyPr>
            <a:normAutofit/>
          </a:bodyPr>
          <a:lstStyle/>
          <a:p>
            <a:br>
              <a:rPr lang="de-DE" dirty="0"/>
            </a:br>
            <a:endParaRPr lang="de-DE" dirty="0"/>
          </a:p>
        </p:txBody>
      </p:sp>
      <p:sp>
        <p:nvSpPr>
          <p:cNvPr id="10" name="Textplatzhalter 9"/>
          <p:cNvSpPr>
            <a:spLocks noGrp="1"/>
          </p:cNvSpPr>
          <p:nvPr>
            <p:ph type="body" sz="quarter" idx="15"/>
          </p:nvPr>
        </p:nvSpPr>
        <p:spPr>
          <a:xfrm>
            <a:off x="1130593" y="1718033"/>
            <a:ext cx="1219200" cy="1123950"/>
          </a:xfrm>
        </p:spPr>
        <p:txBody>
          <a:bodyPr/>
          <a:lstStyle/>
          <a:p>
            <a:r>
              <a:rPr lang="de-DE" dirty="0">
                <a:solidFill>
                  <a:schemeClr val="accent2"/>
                </a:solidFill>
              </a:rPr>
              <a:t>02</a:t>
            </a:r>
          </a:p>
        </p:txBody>
      </p:sp>
      <p:grpSp>
        <p:nvGrpSpPr>
          <p:cNvPr id="12" name="Grafik 83" descr="Rakete">
            <a:extLst>
              <a:ext uri="{FF2B5EF4-FFF2-40B4-BE49-F238E27FC236}">
                <a16:creationId xmlns:a16="http://schemas.microsoft.com/office/drawing/2014/main" id="{538B78E7-974A-4387-AB32-77B53CD37171}"/>
              </a:ext>
            </a:extLst>
          </p:cNvPr>
          <p:cNvGrpSpPr/>
          <p:nvPr/>
        </p:nvGrpSpPr>
        <p:grpSpPr>
          <a:xfrm>
            <a:off x="9201163" y="621763"/>
            <a:ext cx="2642225" cy="2642225"/>
            <a:chOff x="5744639" y="6089168"/>
            <a:chExt cx="555469" cy="555469"/>
          </a:xfrm>
          <a:solidFill>
            <a:schemeClr val="tx2"/>
          </a:solidFill>
        </p:grpSpPr>
        <p:sp>
          <p:nvSpPr>
            <p:cNvPr id="13" name="Freihandform: Form 237">
              <a:extLst>
                <a:ext uri="{FF2B5EF4-FFF2-40B4-BE49-F238E27FC236}">
                  <a16:creationId xmlns:a16="http://schemas.microsoft.com/office/drawing/2014/main" id="{923D2656-1EAB-4398-B4EA-CF70164A6EDD}"/>
                </a:ext>
              </a:extLst>
            </p:cNvPr>
            <p:cNvSpPr/>
            <p:nvPr/>
          </p:nvSpPr>
          <p:spPr>
            <a:xfrm>
              <a:off x="6149089" y="6134708"/>
              <a:ext cx="106153" cy="102005"/>
            </a:xfrm>
            <a:custGeom>
              <a:avLst/>
              <a:gdLst>
                <a:gd name="connsiteX0" fmla="*/ 103572 w 106153"/>
                <a:gd name="connsiteY0" fmla="*/ 3063 h 102005"/>
                <a:gd name="connsiteX1" fmla="*/ 0 w 106153"/>
                <a:gd name="connsiteY1" fmla="*/ 15793 h 102005"/>
                <a:gd name="connsiteX2" fmla="*/ 47446 w 106153"/>
                <a:gd name="connsiteY2" fmla="*/ 53402 h 102005"/>
                <a:gd name="connsiteX3" fmla="*/ 85635 w 106153"/>
                <a:gd name="connsiteY3" fmla="*/ 102006 h 102005"/>
                <a:gd name="connsiteX4" fmla="*/ 103572 w 106153"/>
                <a:gd name="connsiteY4" fmla="*/ 3063 h 102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53" h="102005">
                  <a:moveTo>
                    <a:pt x="103572" y="3063"/>
                  </a:moveTo>
                  <a:cubicBezTo>
                    <a:pt x="95471" y="-5038"/>
                    <a:pt x="43396" y="4220"/>
                    <a:pt x="0" y="15793"/>
                  </a:cubicBezTo>
                  <a:cubicBezTo>
                    <a:pt x="15623" y="25050"/>
                    <a:pt x="31824" y="37780"/>
                    <a:pt x="47446" y="53402"/>
                  </a:cubicBezTo>
                  <a:cubicBezTo>
                    <a:pt x="63647" y="69604"/>
                    <a:pt x="76377" y="85805"/>
                    <a:pt x="85635" y="102006"/>
                  </a:cubicBezTo>
                  <a:cubicBezTo>
                    <a:pt x="97207" y="57453"/>
                    <a:pt x="112251" y="11164"/>
                    <a:pt x="103572" y="3063"/>
                  </a:cubicBezTo>
                  <a:close/>
                </a:path>
              </a:pathLst>
            </a:custGeom>
            <a:grpFill/>
            <a:ln w="5755" cap="flat">
              <a:noFill/>
              <a:prstDash val="solid"/>
              <a:miter/>
            </a:ln>
          </p:spPr>
          <p:txBody>
            <a:bodyPr rtlCol="0" anchor="ctr"/>
            <a:lstStyle/>
            <a:p>
              <a:endParaRPr lang="de-DE"/>
            </a:p>
          </p:txBody>
        </p:sp>
        <p:sp>
          <p:nvSpPr>
            <p:cNvPr id="14" name="Freihandform: Form 238">
              <a:extLst>
                <a:ext uri="{FF2B5EF4-FFF2-40B4-BE49-F238E27FC236}">
                  <a16:creationId xmlns:a16="http://schemas.microsoft.com/office/drawing/2014/main" id="{5B478280-F68E-4276-B617-06B0B9A1F4FE}"/>
                </a:ext>
              </a:extLst>
            </p:cNvPr>
            <p:cNvSpPr/>
            <p:nvPr/>
          </p:nvSpPr>
          <p:spPr>
            <a:xfrm>
              <a:off x="5789231" y="6293780"/>
              <a:ext cx="141142" cy="134998"/>
            </a:xfrm>
            <a:custGeom>
              <a:avLst/>
              <a:gdLst>
                <a:gd name="connsiteX0" fmla="*/ 141143 w 141142"/>
                <a:gd name="connsiteY0" fmla="*/ 8896 h 134998"/>
                <a:gd name="connsiteX1" fmla="*/ 121470 w 141142"/>
                <a:gd name="connsiteY1" fmla="*/ 1374 h 134998"/>
                <a:gd name="connsiteX2" fmla="*/ 98325 w 141142"/>
                <a:gd name="connsiteY2" fmla="*/ 6003 h 134998"/>
                <a:gd name="connsiteX3" fmla="*/ 6326 w 141142"/>
                <a:gd name="connsiteY3" fmla="*/ 98003 h 134998"/>
                <a:gd name="connsiteX4" fmla="*/ 25999 w 141142"/>
                <a:gd name="connsiteY4" fmla="*/ 134455 h 134998"/>
                <a:gd name="connsiteX5" fmla="*/ 102954 w 141142"/>
                <a:gd name="connsiteY5" fmla="*/ 117097 h 134998"/>
                <a:gd name="connsiteX6" fmla="*/ 141143 w 141142"/>
                <a:gd name="connsiteY6" fmla="*/ 8896 h 13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142" h="134998">
                  <a:moveTo>
                    <a:pt x="141143" y="8896"/>
                  </a:moveTo>
                  <a:lnTo>
                    <a:pt x="121470" y="1374"/>
                  </a:lnTo>
                  <a:cubicBezTo>
                    <a:pt x="113369" y="-1519"/>
                    <a:pt x="104690" y="217"/>
                    <a:pt x="98325" y="6003"/>
                  </a:cubicBezTo>
                  <a:lnTo>
                    <a:pt x="6326" y="98003"/>
                  </a:lnTo>
                  <a:cubicBezTo>
                    <a:pt x="-8718" y="113047"/>
                    <a:pt x="5168" y="139084"/>
                    <a:pt x="25999" y="134455"/>
                  </a:cubicBezTo>
                  <a:lnTo>
                    <a:pt x="102954" y="117097"/>
                  </a:lnTo>
                  <a:cubicBezTo>
                    <a:pt x="109319" y="88166"/>
                    <a:pt x="119734" y="49399"/>
                    <a:pt x="141143" y="8896"/>
                  </a:cubicBezTo>
                  <a:close/>
                </a:path>
              </a:pathLst>
            </a:custGeom>
            <a:grpFill/>
            <a:ln w="5755" cap="flat">
              <a:noFill/>
              <a:prstDash val="solid"/>
              <a:miter/>
            </a:ln>
          </p:spPr>
          <p:txBody>
            <a:bodyPr rtlCol="0" anchor="ctr"/>
            <a:lstStyle/>
            <a:p>
              <a:endParaRPr lang="de-DE"/>
            </a:p>
          </p:txBody>
        </p:sp>
        <p:sp>
          <p:nvSpPr>
            <p:cNvPr id="15" name="Freihandform: Form 239">
              <a:extLst>
                <a:ext uri="{FF2B5EF4-FFF2-40B4-BE49-F238E27FC236}">
                  <a16:creationId xmlns:a16="http://schemas.microsoft.com/office/drawing/2014/main" id="{33178324-1981-4946-BB0C-F05CDE5C1380}"/>
                </a:ext>
              </a:extLst>
            </p:cNvPr>
            <p:cNvSpPr/>
            <p:nvPr/>
          </p:nvSpPr>
          <p:spPr>
            <a:xfrm>
              <a:off x="5959329" y="6453694"/>
              <a:ext cx="135266" cy="145447"/>
            </a:xfrm>
            <a:custGeom>
              <a:avLst/>
              <a:gdLst>
                <a:gd name="connsiteX0" fmla="*/ 124377 w 135266"/>
                <a:gd name="connsiteY0" fmla="*/ 0 h 145447"/>
                <a:gd name="connsiteX1" fmla="*/ 18491 w 135266"/>
                <a:gd name="connsiteY1" fmla="*/ 37031 h 145447"/>
                <a:gd name="connsiteX2" fmla="*/ 554 w 135266"/>
                <a:gd name="connsiteY2" fmla="*/ 119194 h 145447"/>
                <a:gd name="connsiteX3" fmla="*/ 37006 w 135266"/>
                <a:gd name="connsiteY3" fmla="*/ 138867 h 145447"/>
                <a:gd name="connsiteX4" fmla="*/ 129006 w 135266"/>
                <a:gd name="connsiteY4" fmla="*/ 46868 h 145447"/>
                <a:gd name="connsiteX5" fmla="*/ 133635 w 135266"/>
                <a:gd name="connsiteY5" fmla="*/ 23723 h 145447"/>
                <a:gd name="connsiteX6" fmla="*/ 124377 w 135266"/>
                <a:gd name="connsiteY6" fmla="*/ 0 h 145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266" h="145447">
                  <a:moveTo>
                    <a:pt x="124377" y="0"/>
                  </a:moveTo>
                  <a:cubicBezTo>
                    <a:pt x="85610" y="20251"/>
                    <a:pt x="48579" y="31245"/>
                    <a:pt x="18491" y="37031"/>
                  </a:cubicBezTo>
                  <a:lnTo>
                    <a:pt x="554" y="119194"/>
                  </a:lnTo>
                  <a:cubicBezTo>
                    <a:pt x="-4075" y="140024"/>
                    <a:pt x="21384" y="154490"/>
                    <a:pt x="37006" y="138867"/>
                  </a:cubicBezTo>
                  <a:lnTo>
                    <a:pt x="129006" y="46868"/>
                  </a:lnTo>
                  <a:cubicBezTo>
                    <a:pt x="134792" y="41082"/>
                    <a:pt x="137107" y="31824"/>
                    <a:pt x="133635" y="23723"/>
                  </a:cubicBezTo>
                  <a:lnTo>
                    <a:pt x="124377" y="0"/>
                  </a:lnTo>
                  <a:close/>
                </a:path>
              </a:pathLst>
            </a:custGeom>
            <a:grpFill/>
            <a:ln w="5755" cap="flat">
              <a:noFill/>
              <a:prstDash val="solid"/>
              <a:miter/>
            </a:ln>
          </p:spPr>
          <p:txBody>
            <a:bodyPr rtlCol="0" anchor="ctr"/>
            <a:lstStyle/>
            <a:p>
              <a:endParaRPr lang="de-DE"/>
            </a:p>
          </p:txBody>
        </p:sp>
        <p:sp>
          <p:nvSpPr>
            <p:cNvPr id="16" name="Freihandform: Form 240">
              <a:extLst>
                <a:ext uri="{FF2B5EF4-FFF2-40B4-BE49-F238E27FC236}">
                  <a16:creationId xmlns:a16="http://schemas.microsoft.com/office/drawing/2014/main" id="{DA728439-535B-4FD1-8C2A-205DA50924E2}"/>
                </a:ext>
              </a:extLst>
            </p:cNvPr>
            <p:cNvSpPr/>
            <p:nvPr/>
          </p:nvSpPr>
          <p:spPr>
            <a:xfrm>
              <a:off x="5912436" y="6160916"/>
              <a:ext cx="311294" cy="310715"/>
            </a:xfrm>
            <a:custGeom>
              <a:avLst/>
              <a:gdLst>
                <a:gd name="connsiteX0" fmla="*/ 205408 w 311294"/>
                <a:gd name="connsiteY0" fmla="*/ 0 h 310715"/>
                <a:gd name="connsiteX1" fmla="*/ 94893 w 311294"/>
                <a:gd name="connsiteY1" fmla="*/ 75220 h 310715"/>
                <a:gd name="connsiteX2" fmla="*/ 0 w 311294"/>
                <a:gd name="connsiteY2" fmla="*/ 274841 h 310715"/>
                <a:gd name="connsiteX3" fmla="*/ 35874 w 311294"/>
                <a:gd name="connsiteY3" fmla="*/ 310715 h 310715"/>
                <a:gd name="connsiteX4" fmla="*/ 236074 w 311294"/>
                <a:gd name="connsiteY4" fmla="*/ 216401 h 310715"/>
                <a:gd name="connsiteX5" fmla="*/ 311294 w 311294"/>
                <a:gd name="connsiteY5" fmla="*/ 106465 h 310715"/>
                <a:gd name="connsiteX6" fmla="*/ 267319 w 311294"/>
                <a:gd name="connsiteY6" fmla="*/ 42817 h 310715"/>
                <a:gd name="connsiteX7" fmla="*/ 205408 w 311294"/>
                <a:gd name="connsiteY7" fmla="*/ 0 h 310715"/>
                <a:gd name="connsiteX8" fmla="*/ 234917 w 311294"/>
                <a:gd name="connsiteY8" fmla="*/ 124981 h 310715"/>
                <a:gd name="connsiteX9" fmla="*/ 185735 w 311294"/>
                <a:gd name="connsiteY9" fmla="*/ 124981 h 310715"/>
                <a:gd name="connsiteX10" fmla="*/ 185735 w 311294"/>
                <a:gd name="connsiteY10" fmla="*/ 75798 h 310715"/>
                <a:gd name="connsiteX11" fmla="*/ 234917 w 311294"/>
                <a:gd name="connsiteY11" fmla="*/ 75798 h 310715"/>
                <a:gd name="connsiteX12" fmla="*/ 234917 w 311294"/>
                <a:gd name="connsiteY12" fmla="*/ 124981 h 31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294" h="310715">
                  <a:moveTo>
                    <a:pt x="205408" y="0"/>
                  </a:moveTo>
                  <a:cubicBezTo>
                    <a:pt x="171270" y="13887"/>
                    <a:pt x="132503" y="37610"/>
                    <a:pt x="94893" y="75220"/>
                  </a:cubicBezTo>
                  <a:cubicBezTo>
                    <a:pt x="26038" y="144075"/>
                    <a:pt x="5786" y="227395"/>
                    <a:pt x="0" y="274841"/>
                  </a:cubicBezTo>
                  <a:lnTo>
                    <a:pt x="35874" y="310715"/>
                  </a:lnTo>
                  <a:cubicBezTo>
                    <a:pt x="83320" y="304929"/>
                    <a:pt x="167219" y="285256"/>
                    <a:pt x="236074" y="216401"/>
                  </a:cubicBezTo>
                  <a:cubicBezTo>
                    <a:pt x="273684" y="178792"/>
                    <a:pt x="297407" y="140603"/>
                    <a:pt x="311294" y="106465"/>
                  </a:cubicBezTo>
                  <a:cubicBezTo>
                    <a:pt x="303772" y="87371"/>
                    <a:pt x="288728" y="64805"/>
                    <a:pt x="267319" y="42817"/>
                  </a:cubicBezTo>
                  <a:cubicBezTo>
                    <a:pt x="246489" y="22566"/>
                    <a:pt x="224502" y="7522"/>
                    <a:pt x="205408" y="0"/>
                  </a:cubicBezTo>
                  <a:close/>
                  <a:moveTo>
                    <a:pt x="234917" y="124981"/>
                  </a:moveTo>
                  <a:cubicBezTo>
                    <a:pt x="221609" y="138289"/>
                    <a:pt x="199622" y="138289"/>
                    <a:pt x="185735" y="124981"/>
                  </a:cubicBezTo>
                  <a:cubicBezTo>
                    <a:pt x="172427" y="111672"/>
                    <a:pt x="172427" y="89685"/>
                    <a:pt x="185735" y="75798"/>
                  </a:cubicBezTo>
                  <a:cubicBezTo>
                    <a:pt x="199043" y="62490"/>
                    <a:pt x="221030" y="62490"/>
                    <a:pt x="234917" y="75798"/>
                  </a:cubicBezTo>
                  <a:cubicBezTo>
                    <a:pt x="248225" y="89685"/>
                    <a:pt x="248225" y="111672"/>
                    <a:pt x="234917" y="124981"/>
                  </a:cubicBezTo>
                  <a:close/>
                </a:path>
              </a:pathLst>
            </a:custGeom>
            <a:grpFill/>
            <a:ln w="5755" cap="flat">
              <a:noFill/>
              <a:prstDash val="solid"/>
              <a:miter/>
            </a:ln>
          </p:spPr>
          <p:txBody>
            <a:bodyPr rtlCol="0" anchor="ctr"/>
            <a:lstStyle/>
            <a:p>
              <a:endParaRPr lang="de-DE"/>
            </a:p>
          </p:txBody>
        </p:sp>
        <p:sp>
          <p:nvSpPr>
            <p:cNvPr id="17" name="Freihandform: Form 241">
              <a:extLst>
                <a:ext uri="{FF2B5EF4-FFF2-40B4-BE49-F238E27FC236}">
                  <a16:creationId xmlns:a16="http://schemas.microsoft.com/office/drawing/2014/main" id="{67CA6BC5-ADFC-463B-A214-BA231E59E835}"/>
                </a:ext>
              </a:extLst>
            </p:cNvPr>
            <p:cNvSpPr/>
            <p:nvPr/>
          </p:nvSpPr>
          <p:spPr>
            <a:xfrm>
              <a:off x="5844286" y="6457370"/>
              <a:ext cx="82410" cy="82581"/>
            </a:xfrm>
            <a:custGeom>
              <a:avLst/>
              <a:gdLst>
                <a:gd name="connsiteX0" fmla="*/ 67572 w 82410"/>
                <a:gd name="connsiteY0" fmla="*/ 14839 h 82581"/>
                <a:gd name="connsiteX1" fmla="*/ 40377 w 82410"/>
                <a:gd name="connsiteY1" fmla="*/ 9053 h 82581"/>
                <a:gd name="connsiteX2" fmla="*/ 1610 w 82410"/>
                <a:gd name="connsiteY2" fmla="*/ 80801 h 82581"/>
                <a:gd name="connsiteX3" fmla="*/ 73358 w 82410"/>
                <a:gd name="connsiteY3" fmla="*/ 42034 h 82581"/>
                <a:gd name="connsiteX4" fmla="*/ 67572 w 82410"/>
                <a:gd name="connsiteY4" fmla="*/ 14839 h 82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10" h="82581">
                  <a:moveTo>
                    <a:pt x="67572" y="14839"/>
                  </a:moveTo>
                  <a:cubicBezTo>
                    <a:pt x="58314" y="5581"/>
                    <a:pt x="59471" y="-10041"/>
                    <a:pt x="40377" y="9053"/>
                  </a:cubicBezTo>
                  <a:cubicBezTo>
                    <a:pt x="21283" y="28147"/>
                    <a:pt x="-7069" y="71543"/>
                    <a:pt x="1610" y="80801"/>
                  </a:cubicBezTo>
                  <a:cubicBezTo>
                    <a:pt x="10868" y="90059"/>
                    <a:pt x="54264" y="61128"/>
                    <a:pt x="73358" y="42034"/>
                  </a:cubicBezTo>
                  <a:cubicBezTo>
                    <a:pt x="92452" y="22361"/>
                    <a:pt x="76830" y="23518"/>
                    <a:pt x="67572" y="14839"/>
                  </a:cubicBezTo>
                  <a:close/>
                </a:path>
              </a:pathLst>
            </a:custGeom>
            <a:grpFill/>
            <a:ln w="5755" cap="flat">
              <a:noFill/>
              <a:prstDash val="solid"/>
              <a:miter/>
            </a:ln>
          </p:spPr>
          <p:txBody>
            <a:bodyPr rtlCol="0" anchor="ctr"/>
            <a:lstStyle/>
            <a:p>
              <a:endParaRPr lang="de-DE"/>
            </a:p>
          </p:txBody>
        </p:sp>
      </p:grpSp>
      <p:sp>
        <p:nvSpPr>
          <p:cNvPr id="23" name="Fußzeilenplatzhalter 4">
            <a:extLst>
              <a:ext uri="{FF2B5EF4-FFF2-40B4-BE49-F238E27FC236}">
                <a16:creationId xmlns:a16="http://schemas.microsoft.com/office/drawing/2014/main" id="{A927FDF3-1339-4CE8-AC0D-7233A8241288}"/>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552581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10096028" cy="720725"/>
          </a:xfrm>
        </p:spPr>
        <p:txBody>
          <a:bodyPr>
            <a:normAutofit fontScale="90000"/>
          </a:bodyPr>
          <a:lstStyle/>
          <a:p>
            <a:r>
              <a:rPr lang="de-DE" dirty="0"/>
              <a:t>USV - Bauformen</a:t>
            </a:r>
            <a:br>
              <a:rPr lang="de-DE" dirty="0"/>
            </a:br>
            <a:br>
              <a:rPr lang="de-DE" dirty="0"/>
            </a:br>
            <a:endParaRPr lang="de-DE" dirty="0"/>
          </a:p>
        </p:txBody>
      </p:sp>
      <p:sp>
        <p:nvSpPr>
          <p:cNvPr id="3" name="Datumsplatzhalter 2"/>
          <p:cNvSpPr>
            <a:spLocks noGrp="1"/>
          </p:cNvSpPr>
          <p:nvPr>
            <p:ph type="dt" sz="half" idx="10"/>
          </p:nvPr>
        </p:nvSpPr>
        <p:spPr>
          <a:xfrm>
            <a:off x="3949046" y="6311900"/>
            <a:ext cx="1414806" cy="409575"/>
          </a:xfrm>
        </p:spPr>
        <p:txBody>
          <a:bodyPr/>
          <a:lstStyle/>
          <a:p>
            <a:fld id="{F1FDACB7-B486-4484-91DC-15C7217569BB}"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7</a:t>
            </a:fld>
            <a:endParaRPr lang="de-DE"/>
          </a:p>
        </p:txBody>
      </p:sp>
      <p:sp>
        <p:nvSpPr>
          <p:cNvPr id="13" name="Textplatzhalter 12"/>
          <p:cNvSpPr>
            <a:spLocks noGrp="1"/>
          </p:cNvSpPr>
          <p:nvPr>
            <p:ph type="body" sz="quarter" idx="14"/>
          </p:nvPr>
        </p:nvSpPr>
        <p:spPr>
          <a:xfrm>
            <a:off x="361949" y="1985963"/>
            <a:ext cx="11495753" cy="3602037"/>
          </a:xfrm>
        </p:spPr>
        <p:txBody>
          <a:bodyPr>
            <a:normAutofit/>
          </a:bodyPr>
          <a:lstStyle/>
          <a:p>
            <a:pPr marL="0" indent="0">
              <a:buNone/>
            </a:pPr>
            <a:r>
              <a:rPr lang="de-DE" sz="2400" b="1" dirty="0"/>
              <a:t>Für jede Versorgungssituation und Lastanforderung gibt es spezifische USV-Modelle mit besonderen Eigenschaften:</a:t>
            </a:r>
          </a:p>
          <a:p>
            <a:pPr marL="0" indent="0">
              <a:buNone/>
            </a:pPr>
            <a:endParaRPr lang="de-DE" b="1" dirty="0"/>
          </a:p>
          <a:p>
            <a:r>
              <a:rPr lang="de-DE" dirty="0"/>
              <a:t>f</a:t>
            </a:r>
            <a:r>
              <a:rPr lang="de-DE" sz="2400" dirty="0"/>
              <a:t>ür das Homeoffice</a:t>
            </a:r>
          </a:p>
          <a:p>
            <a:r>
              <a:rPr lang="de-DE" dirty="0"/>
              <a:t>für einzelne Server</a:t>
            </a:r>
          </a:p>
          <a:p>
            <a:r>
              <a:rPr lang="de-DE" dirty="0"/>
              <a:t>f</a:t>
            </a:r>
            <a:r>
              <a:rPr lang="de-DE" sz="2400" dirty="0"/>
              <a:t>ür kleine Serverräume</a:t>
            </a:r>
            <a:endParaRPr lang="de-DE" dirty="0"/>
          </a:p>
          <a:p>
            <a:r>
              <a:rPr lang="de-DE" dirty="0"/>
              <a:t>f</a:t>
            </a:r>
            <a:r>
              <a:rPr lang="de-DE" sz="2400" dirty="0"/>
              <a:t>ür Rechenzentren</a:t>
            </a:r>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42720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10096028" cy="720725"/>
          </a:xfrm>
        </p:spPr>
        <p:txBody>
          <a:bodyPr>
            <a:normAutofit fontScale="90000"/>
          </a:bodyPr>
          <a:lstStyle/>
          <a:p>
            <a:r>
              <a:rPr lang="de-DE" dirty="0"/>
              <a:t>USV - Bauformen</a:t>
            </a:r>
            <a:br>
              <a:rPr lang="de-DE" dirty="0"/>
            </a:br>
            <a:br>
              <a:rPr lang="de-DE" dirty="0"/>
            </a:br>
            <a:endParaRPr lang="de-DE" dirty="0"/>
          </a:p>
        </p:txBody>
      </p:sp>
      <p:sp>
        <p:nvSpPr>
          <p:cNvPr id="3" name="Datumsplatzhalter 2"/>
          <p:cNvSpPr>
            <a:spLocks noGrp="1"/>
          </p:cNvSpPr>
          <p:nvPr>
            <p:ph type="dt" sz="half" idx="10"/>
          </p:nvPr>
        </p:nvSpPr>
        <p:spPr>
          <a:xfrm>
            <a:off x="3949046" y="6311900"/>
            <a:ext cx="1414806" cy="409575"/>
          </a:xfrm>
        </p:spPr>
        <p:txBody>
          <a:bodyPr/>
          <a:lstStyle/>
          <a:p>
            <a:fld id="{0E030C9D-3922-423A-9EE7-3A6A5121CE08}"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8</a:t>
            </a:fld>
            <a:endParaRPr lang="de-DE"/>
          </a:p>
        </p:txBody>
      </p:sp>
      <p:sp>
        <p:nvSpPr>
          <p:cNvPr id="13" name="Textplatzhalter 12"/>
          <p:cNvSpPr>
            <a:spLocks noGrp="1"/>
          </p:cNvSpPr>
          <p:nvPr>
            <p:ph type="body" sz="quarter" idx="14"/>
          </p:nvPr>
        </p:nvSpPr>
        <p:spPr>
          <a:xfrm>
            <a:off x="361949" y="1985963"/>
            <a:ext cx="5734051" cy="3602037"/>
          </a:xfrm>
        </p:spPr>
        <p:txBody>
          <a:bodyPr>
            <a:normAutofit/>
          </a:bodyPr>
          <a:lstStyle/>
          <a:p>
            <a:pPr marL="0" indent="0">
              <a:buNone/>
            </a:pPr>
            <a:r>
              <a:rPr lang="de-DE" sz="2400" b="1" dirty="0"/>
              <a:t>USV für das Homeoffice:</a:t>
            </a:r>
          </a:p>
          <a:p>
            <a:r>
              <a:rPr lang="de-DE" dirty="0"/>
              <a:t>EATON 850VA/510W</a:t>
            </a:r>
          </a:p>
          <a:p>
            <a:r>
              <a:rPr lang="de-DE" sz="2400" dirty="0"/>
              <a:t>Kann einen Standard Desktop-PC bis zu 20 Minuten mit Strom versorgen</a:t>
            </a:r>
          </a:p>
          <a:p>
            <a:pPr marL="0" indent="0">
              <a:buNone/>
            </a:pPr>
            <a:endParaRPr lang="de-DE" b="1"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pic>
        <p:nvPicPr>
          <p:cNvPr id="4" name="Grafik 3" descr="Ein Bild, das weiß, Elektronik, Backofen enthält.&#10;&#10;Automatisch generierte Beschreibung">
            <a:extLst>
              <a:ext uri="{FF2B5EF4-FFF2-40B4-BE49-F238E27FC236}">
                <a16:creationId xmlns:a16="http://schemas.microsoft.com/office/drawing/2014/main" id="{90FD1EDC-1FAA-4AF5-81CD-6FE674071F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9481" y="1985963"/>
            <a:ext cx="3805238" cy="2536825"/>
          </a:xfrm>
          <a:prstGeom prst="rect">
            <a:avLst/>
          </a:prstGeom>
        </p:spPr>
      </p:pic>
      <p:sp>
        <p:nvSpPr>
          <p:cNvPr id="10" name="Textfeld 9">
            <a:extLst>
              <a:ext uri="{FF2B5EF4-FFF2-40B4-BE49-F238E27FC236}">
                <a16:creationId xmlns:a16="http://schemas.microsoft.com/office/drawing/2014/main" id="{AC48217D-7DC0-42E4-BA15-8C0C894DC911}"/>
              </a:ext>
            </a:extLst>
          </p:cNvPr>
          <p:cNvSpPr txBox="1"/>
          <p:nvPr/>
        </p:nvSpPr>
        <p:spPr>
          <a:xfrm>
            <a:off x="8058150" y="4841140"/>
            <a:ext cx="2247900" cy="369332"/>
          </a:xfrm>
          <a:prstGeom prst="rect">
            <a:avLst/>
          </a:prstGeom>
          <a:noFill/>
        </p:spPr>
        <p:txBody>
          <a:bodyPr wrap="square">
            <a:spAutoFit/>
          </a:bodyPr>
          <a:lstStyle/>
          <a:p>
            <a:r>
              <a:rPr lang="de-DE" dirty="0">
                <a:hlinkClick r:id="rId4"/>
              </a:rPr>
              <a:t>Bild: www.eaton.com</a:t>
            </a:r>
            <a:endParaRPr lang="de-DE" dirty="0"/>
          </a:p>
        </p:txBody>
      </p:sp>
    </p:spTree>
    <p:extLst>
      <p:ext uri="{BB962C8B-B14F-4D97-AF65-F5344CB8AC3E}">
        <p14:creationId xmlns:p14="http://schemas.microsoft.com/office/powerpoint/2010/main" val="830568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10096028" cy="720725"/>
          </a:xfrm>
        </p:spPr>
        <p:txBody>
          <a:bodyPr>
            <a:normAutofit fontScale="90000"/>
          </a:bodyPr>
          <a:lstStyle/>
          <a:p>
            <a:r>
              <a:rPr lang="de-DE" dirty="0"/>
              <a:t>USV - Bauformen</a:t>
            </a:r>
            <a:br>
              <a:rPr lang="de-DE" dirty="0"/>
            </a:br>
            <a:br>
              <a:rPr lang="de-DE" dirty="0"/>
            </a:br>
            <a:endParaRPr lang="de-DE" dirty="0"/>
          </a:p>
        </p:txBody>
      </p:sp>
      <p:sp>
        <p:nvSpPr>
          <p:cNvPr id="3" name="Datumsplatzhalter 2"/>
          <p:cNvSpPr>
            <a:spLocks noGrp="1"/>
          </p:cNvSpPr>
          <p:nvPr>
            <p:ph type="dt" sz="half" idx="10"/>
          </p:nvPr>
        </p:nvSpPr>
        <p:spPr>
          <a:xfrm>
            <a:off x="3949046" y="6311900"/>
            <a:ext cx="1414806" cy="409575"/>
          </a:xfrm>
        </p:spPr>
        <p:txBody>
          <a:bodyPr/>
          <a:lstStyle/>
          <a:p>
            <a:fld id="{F90EA230-DB87-4154-AA6F-5CD4216710A1}"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9</a:t>
            </a:fld>
            <a:endParaRPr lang="de-DE"/>
          </a:p>
        </p:txBody>
      </p:sp>
      <p:sp>
        <p:nvSpPr>
          <p:cNvPr id="13" name="Textplatzhalter 12"/>
          <p:cNvSpPr>
            <a:spLocks noGrp="1"/>
          </p:cNvSpPr>
          <p:nvPr>
            <p:ph type="body" sz="quarter" idx="14"/>
          </p:nvPr>
        </p:nvSpPr>
        <p:spPr>
          <a:xfrm>
            <a:off x="361949" y="1985963"/>
            <a:ext cx="5734051" cy="3602037"/>
          </a:xfrm>
        </p:spPr>
        <p:txBody>
          <a:bodyPr>
            <a:normAutofit/>
          </a:bodyPr>
          <a:lstStyle/>
          <a:p>
            <a:pPr marL="0" indent="0">
              <a:buNone/>
            </a:pPr>
            <a:r>
              <a:rPr lang="de-DE" sz="2400" b="1" dirty="0"/>
              <a:t>USV für einzelne Server:</a:t>
            </a:r>
          </a:p>
          <a:p>
            <a:endParaRPr lang="de-DE" dirty="0"/>
          </a:p>
          <a:p>
            <a:r>
              <a:rPr lang="de-DE" dirty="0"/>
              <a:t>APC Smart UPS C 1500 USV Anlage</a:t>
            </a:r>
          </a:p>
          <a:p>
            <a:r>
              <a:rPr lang="de-DE" sz="2000" dirty="0"/>
              <a:t>Max Leistung:			900 W</a:t>
            </a:r>
          </a:p>
          <a:p>
            <a:r>
              <a:rPr lang="de-DE" sz="2000" dirty="0"/>
              <a:t>Max Scheinleistung:		1500 VA</a:t>
            </a:r>
          </a:p>
          <a:p>
            <a:r>
              <a:rPr lang="de-DE" sz="2000" dirty="0"/>
              <a:t>Laufzeit (50%):			20,4 Min.</a:t>
            </a:r>
          </a:p>
          <a:p>
            <a:r>
              <a:rPr lang="de-DE" sz="2000" dirty="0"/>
              <a:t>Laufzeit (Volllast):		7,8 Min.</a:t>
            </a:r>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pic>
        <p:nvPicPr>
          <p:cNvPr id="15" name="Grafik 14">
            <a:extLst>
              <a:ext uri="{FF2B5EF4-FFF2-40B4-BE49-F238E27FC236}">
                <a16:creationId xmlns:a16="http://schemas.microsoft.com/office/drawing/2014/main" id="{C31D2893-6754-4BCE-91E8-CC574B50A52B}"/>
              </a:ext>
            </a:extLst>
          </p:cNvPr>
          <p:cNvPicPr>
            <a:picLocks noChangeAspect="1"/>
          </p:cNvPicPr>
          <p:nvPr/>
        </p:nvPicPr>
        <p:blipFill>
          <a:blip r:embed="rId3"/>
          <a:stretch>
            <a:fillRect/>
          </a:stretch>
        </p:blipFill>
        <p:spPr>
          <a:xfrm>
            <a:off x="7940020" y="1985963"/>
            <a:ext cx="2795587" cy="2795587"/>
          </a:xfrm>
          <a:prstGeom prst="rect">
            <a:avLst/>
          </a:prstGeom>
        </p:spPr>
      </p:pic>
      <p:sp>
        <p:nvSpPr>
          <p:cNvPr id="17" name="Textfeld 16">
            <a:extLst>
              <a:ext uri="{FF2B5EF4-FFF2-40B4-BE49-F238E27FC236}">
                <a16:creationId xmlns:a16="http://schemas.microsoft.com/office/drawing/2014/main" id="{B8C2389A-5B4A-44B9-B6B4-ABA4E67FD64C}"/>
              </a:ext>
            </a:extLst>
          </p:cNvPr>
          <p:cNvSpPr txBox="1"/>
          <p:nvPr/>
        </p:nvSpPr>
        <p:spPr>
          <a:xfrm>
            <a:off x="8328163" y="4941669"/>
            <a:ext cx="2019300" cy="646331"/>
          </a:xfrm>
          <a:prstGeom prst="rect">
            <a:avLst/>
          </a:prstGeom>
          <a:noFill/>
        </p:spPr>
        <p:txBody>
          <a:bodyPr wrap="square">
            <a:spAutoFit/>
          </a:bodyPr>
          <a:lstStyle/>
          <a:p>
            <a:r>
              <a:rPr lang="de-DE" dirty="0">
                <a:hlinkClick r:id="rId4"/>
              </a:rPr>
              <a:t>Bild: www.apc.com</a:t>
            </a:r>
            <a:endParaRPr lang="de-DE" dirty="0"/>
          </a:p>
          <a:p>
            <a:endParaRPr lang="de-DE" dirty="0"/>
          </a:p>
        </p:txBody>
      </p:sp>
    </p:spTree>
    <p:extLst>
      <p:ext uri="{BB962C8B-B14F-4D97-AF65-F5344CB8AC3E}">
        <p14:creationId xmlns:p14="http://schemas.microsoft.com/office/powerpoint/2010/main" val="2079497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10096028" cy="720725"/>
          </a:xfrm>
        </p:spPr>
        <p:txBody>
          <a:bodyPr>
            <a:normAutofit fontScale="90000"/>
          </a:bodyPr>
          <a:lstStyle/>
          <a:p>
            <a:r>
              <a:rPr lang="de-DE" dirty="0"/>
              <a:t>USV - Bauformen</a:t>
            </a:r>
            <a:br>
              <a:rPr lang="de-DE" dirty="0"/>
            </a:br>
            <a:br>
              <a:rPr lang="de-DE" dirty="0"/>
            </a:br>
            <a:endParaRPr lang="de-DE" dirty="0"/>
          </a:p>
        </p:txBody>
      </p:sp>
      <p:sp>
        <p:nvSpPr>
          <p:cNvPr id="3" name="Datumsplatzhalter 2"/>
          <p:cNvSpPr>
            <a:spLocks noGrp="1"/>
          </p:cNvSpPr>
          <p:nvPr>
            <p:ph type="dt" sz="half" idx="10"/>
          </p:nvPr>
        </p:nvSpPr>
        <p:spPr>
          <a:xfrm>
            <a:off x="3949046" y="6311900"/>
            <a:ext cx="1414806" cy="409575"/>
          </a:xfrm>
        </p:spPr>
        <p:txBody>
          <a:bodyPr/>
          <a:lstStyle/>
          <a:p>
            <a:fld id="{54498237-AAF0-46A1-83A4-28CF33349710}"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10</a:t>
            </a:fld>
            <a:endParaRPr lang="de-DE"/>
          </a:p>
        </p:txBody>
      </p:sp>
      <p:sp>
        <p:nvSpPr>
          <p:cNvPr id="13" name="Textplatzhalter 12"/>
          <p:cNvSpPr>
            <a:spLocks noGrp="1"/>
          </p:cNvSpPr>
          <p:nvPr>
            <p:ph type="body" sz="quarter" idx="14"/>
          </p:nvPr>
        </p:nvSpPr>
        <p:spPr>
          <a:xfrm>
            <a:off x="361949" y="1985963"/>
            <a:ext cx="5734051" cy="3602037"/>
          </a:xfrm>
        </p:spPr>
        <p:txBody>
          <a:bodyPr>
            <a:normAutofit/>
          </a:bodyPr>
          <a:lstStyle/>
          <a:p>
            <a:pPr marL="0" indent="0">
              <a:buNone/>
            </a:pPr>
            <a:r>
              <a:rPr lang="de-DE" sz="2400" b="1" dirty="0"/>
              <a:t>USV für einzelne Racks:</a:t>
            </a:r>
          </a:p>
          <a:p>
            <a:endParaRPr lang="de-DE" dirty="0"/>
          </a:p>
          <a:p>
            <a:r>
              <a:rPr lang="en-US" dirty="0"/>
              <a:t>APC Smart-UPS, 3000 VA, LCD RM, 2 HE</a:t>
            </a:r>
          </a:p>
          <a:p>
            <a:r>
              <a:rPr lang="de-DE" sz="2000" dirty="0"/>
              <a:t>Max Leistung:			2700 W</a:t>
            </a:r>
          </a:p>
          <a:p>
            <a:r>
              <a:rPr lang="de-DE" sz="2000" dirty="0"/>
              <a:t>Max Scheinleistung:		3000 VA</a:t>
            </a:r>
          </a:p>
          <a:p>
            <a:r>
              <a:rPr lang="de-DE" sz="2000" dirty="0"/>
              <a:t>Laufzeit (50%):			11 Min. 28 Sek.</a:t>
            </a:r>
          </a:p>
          <a:p>
            <a:r>
              <a:rPr lang="de-DE" sz="2000" dirty="0"/>
              <a:t>Laufzeit (Volllast):		3 Min. 11 Sek.</a:t>
            </a:r>
          </a:p>
          <a:p>
            <a:endParaRPr lang="en-US"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
        <p:nvSpPr>
          <p:cNvPr id="17" name="Textfeld 16">
            <a:extLst>
              <a:ext uri="{FF2B5EF4-FFF2-40B4-BE49-F238E27FC236}">
                <a16:creationId xmlns:a16="http://schemas.microsoft.com/office/drawing/2014/main" id="{B8C2389A-5B4A-44B9-B6B4-ABA4E67FD64C}"/>
              </a:ext>
            </a:extLst>
          </p:cNvPr>
          <p:cNvSpPr txBox="1"/>
          <p:nvPr/>
        </p:nvSpPr>
        <p:spPr>
          <a:xfrm>
            <a:off x="8164387" y="4379584"/>
            <a:ext cx="2019300" cy="646331"/>
          </a:xfrm>
          <a:prstGeom prst="rect">
            <a:avLst/>
          </a:prstGeom>
          <a:noFill/>
        </p:spPr>
        <p:txBody>
          <a:bodyPr wrap="square">
            <a:spAutoFit/>
          </a:bodyPr>
          <a:lstStyle/>
          <a:p>
            <a:r>
              <a:rPr lang="de-DE" dirty="0">
                <a:hlinkClick r:id="rId3"/>
              </a:rPr>
              <a:t>Bild: www.apc.com</a:t>
            </a:r>
            <a:endParaRPr lang="de-DE" dirty="0"/>
          </a:p>
          <a:p>
            <a:endParaRPr lang="de-DE" dirty="0"/>
          </a:p>
        </p:txBody>
      </p:sp>
      <p:pic>
        <p:nvPicPr>
          <p:cNvPr id="4" name="Grafik 3">
            <a:extLst>
              <a:ext uri="{FF2B5EF4-FFF2-40B4-BE49-F238E27FC236}">
                <a16:creationId xmlns:a16="http://schemas.microsoft.com/office/drawing/2014/main" id="{94A0425B-E056-4AA0-99D4-DE4935F8E179}"/>
              </a:ext>
            </a:extLst>
          </p:cNvPr>
          <p:cNvPicPr>
            <a:picLocks noChangeAspect="1"/>
          </p:cNvPicPr>
          <p:nvPr/>
        </p:nvPicPr>
        <p:blipFill rotWithShape="1">
          <a:blip r:embed="rId4">
            <a:extLst>
              <a:ext uri="{28A0092B-C50C-407E-A947-70E740481C1C}">
                <a14:useLocalDpi xmlns:a14="http://schemas.microsoft.com/office/drawing/2010/main" val="0"/>
              </a:ext>
            </a:extLst>
          </a:blip>
          <a:srcRect t="31112" b="30959"/>
          <a:stretch/>
        </p:blipFill>
        <p:spPr>
          <a:xfrm>
            <a:off x="6800849" y="2586036"/>
            <a:ext cx="4746376" cy="1800225"/>
          </a:xfrm>
          <a:prstGeom prst="rect">
            <a:avLst/>
          </a:prstGeom>
        </p:spPr>
      </p:pic>
    </p:spTree>
    <p:extLst>
      <p:ext uri="{BB962C8B-B14F-4D97-AF65-F5344CB8AC3E}">
        <p14:creationId xmlns:p14="http://schemas.microsoft.com/office/powerpoint/2010/main" val="3988470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10096028" cy="720725"/>
          </a:xfrm>
        </p:spPr>
        <p:txBody>
          <a:bodyPr>
            <a:normAutofit fontScale="90000"/>
          </a:bodyPr>
          <a:lstStyle/>
          <a:p>
            <a:r>
              <a:rPr lang="de-DE" dirty="0"/>
              <a:t>USV - Bauformen</a:t>
            </a:r>
            <a:br>
              <a:rPr lang="de-DE" dirty="0"/>
            </a:br>
            <a:br>
              <a:rPr lang="de-DE" dirty="0"/>
            </a:br>
            <a:endParaRPr lang="de-DE" dirty="0"/>
          </a:p>
        </p:txBody>
      </p:sp>
      <p:sp>
        <p:nvSpPr>
          <p:cNvPr id="3" name="Datumsplatzhalter 2"/>
          <p:cNvSpPr>
            <a:spLocks noGrp="1"/>
          </p:cNvSpPr>
          <p:nvPr>
            <p:ph type="dt" sz="half" idx="10"/>
          </p:nvPr>
        </p:nvSpPr>
        <p:spPr>
          <a:xfrm>
            <a:off x="3949046" y="6311900"/>
            <a:ext cx="1414806" cy="409575"/>
          </a:xfrm>
        </p:spPr>
        <p:txBody>
          <a:bodyPr/>
          <a:lstStyle/>
          <a:p>
            <a:fld id="{AB4B02B5-DBBF-4A15-A443-B04F8F8A70EA}"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11</a:t>
            </a:fld>
            <a:endParaRPr lang="de-DE"/>
          </a:p>
        </p:txBody>
      </p:sp>
      <p:sp>
        <p:nvSpPr>
          <p:cNvPr id="13" name="Textplatzhalter 12"/>
          <p:cNvSpPr>
            <a:spLocks noGrp="1"/>
          </p:cNvSpPr>
          <p:nvPr>
            <p:ph type="body" sz="quarter" idx="14"/>
          </p:nvPr>
        </p:nvSpPr>
        <p:spPr>
          <a:xfrm>
            <a:off x="361949" y="1985963"/>
            <a:ext cx="5934076" cy="3602037"/>
          </a:xfrm>
        </p:spPr>
        <p:txBody>
          <a:bodyPr>
            <a:normAutofit/>
          </a:bodyPr>
          <a:lstStyle/>
          <a:p>
            <a:pPr marL="0" indent="0">
              <a:buNone/>
            </a:pPr>
            <a:r>
              <a:rPr lang="de-DE" sz="2400" b="1" dirty="0"/>
              <a:t>USV für kleine Serverräume bis hin zu ganzen Rechenzentren:</a:t>
            </a:r>
          </a:p>
          <a:p>
            <a:endParaRPr lang="de-DE" dirty="0"/>
          </a:p>
          <a:p>
            <a:r>
              <a:rPr lang="de-DE" dirty="0"/>
              <a:t>Multi Power X USV von </a:t>
            </a:r>
            <a:r>
              <a:rPr lang="de-DE" dirty="0" err="1"/>
              <a:t>Riello</a:t>
            </a:r>
            <a:r>
              <a:rPr lang="de-DE" dirty="0"/>
              <a:t> Powersystems</a:t>
            </a:r>
          </a:p>
          <a:p>
            <a:r>
              <a:rPr lang="de-DE" sz="2000" dirty="0"/>
              <a:t>Max Leistung:			75000 W</a:t>
            </a:r>
          </a:p>
          <a:p>
            <a:r>
              <a:rPr lang="de-DE" sz="2000" dirty="0"/>
              <a:t>Max Scheinleistung:		75000 VA</a:t>
            </a:r>
          </a:p>
          <a:p>
            <a:r>
              <a:rPr lang="de-DE" sz="2000" dirty="0"/>
              <a:t>Laufzeit abhängig von der Last und der Anzahl verwendeter Module/Racks</a:t>
            </a:r>
            <a:endParaRPr lang="en-US"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
        <p:nvSpPr>
          <p:cNvPr id="17" name="Textfeld 16">
            <a:extLst>
              <a:ext uri="{FF2B5EF4-FFF2-40B4-BE49-F238E27FC236}">
                <a16:creationId xmlns:a16="http://schemas.microsoft.com/office/drawing/2014/main" id="{B8C2389A-5B4A-44B9-B6B4-ABA4E67FD64C}"/>
              </a:ext>
            </a:extLst>
          </p:cNvPr>
          <p:cNvSpPr txBox="1"/>
          <p:nvPr/>
        </p:nvSpPr>
        <p:spPr>
          <a:xfrm>
            <a:off x="7719808" y="5264834"/>
            <a:ext cx="3522790" cy="646331"/>
          </a:xfrm>
          <a:prstGeom prst="rect">
            <a:avLst/>
          </a:prstGeom>
          <a:noFill/>
        </p:spPr>
        <p:txBody>
          <a:bodyPr wrap="square">
            <a:spAutoFit/>
          </a:bodyPr>
          <a:lstStyle/>
          <a:p>
            <a:r>
              <a:rPr lang="de-DE" dirty="0">
                <a:hlinkClick r:id="rId3"/>
              </a:rPr>
              <a:t>Bild: www.riello-powersystems.de</a:t>
            </a:r>
            <a:endParaRPr lang="de-DE" dirty="0"/>
          </a:p>
          <a:p>
            <a:endParaRPr lang="de-DE" dirty="0"/>
          </a:p>
        </p:txBody>
      </p:sp>
      <p:pic>
        <p:nvPicPr>
          <p:cNvPr id="6" name="Grafik 5" descr="Ein Bild, das Text, Elektronik, Computer enthält.&#10;&#10;Automatisch generierte Beschreibung">
            <a:extLst>
              <a:ext uri="{FF2B5EF4-FFF2-40B4-BE49-F238E27FC236}">
                <a16:creationId xmlns:a16="http://schemas.microsoft.com/office/drawing/2014/main" id="{ECAB693A-C102-445F-BAF4-A199416F7B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9746" y="1985963"/>
            <a:ext cx="3382915" cy="3207822"/>
          </a:xfrm>
          <a:prstGeom prst="rect">
            <a:avLst/>
          </a:prstGeom>
        </p:spPr>
      </p:pic>
    </p:spTree>
    <p:extLst>
      <p:ext uri="{BB962C8B-B14F-4D97-AF65-F5344CB8AC3E}">
        <p14:creationId xmlns:p14="http://schemas.microsoft.com/office/powerpoint/2010/main" val="3823942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fontScale="90000"/>
          </a:bodyPr>
          <a:lstStyle/>
          <a:p>
            <a:r>
              <a:rPr lang="de-DE" dirty="0"/>
              <a:t>USV - Aufbau</a:t>
            </a:r>
            <a:br>
              <a:rPr lang="de-DE" dirty="0"/>
            </a:br>
            <a:br>
              <a:rPr lang="de-DE" dirty="0"/>
            </a:br>
            <a:endParaRPr lang="de-DE" dirty="0"/>
          </a:p>
        </p:txBody>
      </p:sp>
      <p:sp>
        <p:nvSpPr>
          <p:cNvPr id="3" name="Datumsplatzhalter 2"/>
          <p:cNvSpPr>
            <a:spLocks noGrp="1"/>
          </p:cNvSpPr>
          <p:nvPr>
            <p:ph type="dt" sz="half" idx="10"/>
          </p:nvPr>
        </p:nvSpPr>
        <p:spPr>
          <a:xfrm>
            <a:off x="3949046" y="6311900"/>
            <a:ext cx="1414806" cy="409575"/>
          </a:xfrm>
        </p:spPr>
        <p:txBody>
          <a:bodyPr/>
          <a:lstStyle/>
          <a:p>
            <a:fld id="{6F827616-11B6-4EE1-9E0B-7640CE83DFD2}"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12</a:t>
            </a:fld>
            <a:endParaRPr lang="de-DE"/>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pic>
        <p:nvPicPr>
          <p:cNvPr id="18" name="Picture 2" descr="https://upload.wikimedia.org/wikipedia/commons/thumb/4/40/USV_innen_02.jpg/1280px-USV_innen_02.jpg">
            <a:extLst>
              <a:ext uri="{FF2B5EF4-FFF2-40B4-BE49-F238E27FC236}">
                <a16:creationId xmlns:a16="http://schemas.microsoft.com/office/drawing/2014/main" id="{44CF3336-14A7-4E1D-9B5B-E327A14759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5611" y="1271588"/>
            <a:ext cx="5760775" cy="3978664"/>
          </a:xfrm>
          <a:prstGeom prst="rect">
            <a:avLst/>
          </a:prstGeom>
          <a:noFill/>
          <a:extLst>
            <a:ext uri="{909E8E84-426E-40DD-AFC4-6F175D3DCCD1}">
              <a14:hiddenFill xmlns:a14="http://schemas.microsoft.com/office/drawing/2010/main">
                <a:solidFill>
                  <a:srgbClr val="FFFFFF"/>
                </a:solidFill>
              </a14:hiddenFill>
            </a:ext>
          </a:extLst>
        </p:spPr>
      </p:pic>
      <p:sp>
        <p:nvSpPr>
          <p:cNvPr id="20" name="Textfeld 19">
            <a:extLst>
              <a:ext uri="{FF2B5EF4-FFF2-40B4-BE49-F238E27FC236}">
                <a16:creationId xmlns:a16="http://schemas.microsoft.com/office/drawing/2014/main" id="{1A2070E1-7971-4968-BFE4-B50BEB43AB05}"/>
              </a:ext>
            </a:extLst>
          </p:cNvPr>
          <p:cNvSpPr txBox="1"/>
          <p:nvPr/>
        </p:nvSpPr>
        <p:spPr>
          <a:xfrm>
            <a:off x="3919536" y="5378645"/>
            <a:ext cx="4352926" cy="461665"/>
          </a:xfrm>
          <a:prstGeom prst="rect">
            <a:avLst/>
          </a:prstGeom>
          <a:noFill/>
        </p:spPr>
        <p:txBody>
          <a:bodyPr wrap="square">
            <a:spAutoFit/>
          </a:bodyPr>
          <a:lstStyle/>
          <a:p>
            <a:r>
              <a:rPr lang="de-DE" sz="1200" dirty="0"/>
              <a:t>Quelle: Von </a:t>
            </a:r>
            <a:r>
              <a:rPr lang="de-DE" sz="1200" dirty="0" err="1"/>
              <a:t>Kuebi</a:t>
            </a:r>
            <a:r>
              <a:rPr lang="de-DE" sz="1200" dirty="0"/>
              <a:t> = Armin </a:t>
            </a:r>
            <a:r>
              <a:rPr lang="de-DE" sz="1200" dirty="0" err="1"/>
              <a:t>Kübelbeck</a:t>
            </a:r>
            <a:r>
              <a:rPr lang="de-DE" sz="1200" dirty="0"/>
              <a:t> - Eigenes Werk, CC BY-SA 3.0, </a:t>
            </a:r>
            <a:r>
              <a:rPr lang="de-DE" sz="1200" dirty="0">
                <a:hlinkClick r:id="rId4"/>
              </a:rPr>
              <a:t>https://commons.wikimedia.org/w/index.php?curid=6575183</a:t>
            </a:r>
            <a:endParaRPr lang="de-DE" sz="1200" dirty="0"/>
          </a:p>
        </p:txBody>
      </p:sp>
    </p:spTree>
    <p:extLst>
      <p:ext uri="{BB962C8B-B14F-4D97-AF65-F5344CB8AC3E}">
        <p14:creationId xmlns:p14="http://schemas.microsoft.com/office/powerpoint/2010/main" val="3569427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pieren 17"/>
          <p:cNvGrpSpPr/>
          <p:nvPr/>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21" name="Grafik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59CCABE9-57E6-48E2-971C-129CB2807364}" type="datetime1">
              <a:rPr lang="de-DE" smtClean="0"/>
              <a:t>12.02.2024</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13</a:t>
            </a:fld>
            <a:endParaRPr lang="de-DE"/>
          </a:p>
        </p:txBody>
      </p:sp>
      <p:sp>
        <p:nvSpPr>
          <p:cNvPr id="8" name="Textplatzhalter 7"/>
          <p:cNvSpPr>
            <a:spLocks noGrp="1"/>
          </p:cNvSpPr>
          <p:nvPr>
            <p:ph type="body" sz="quarter" idx="13"/>
          </p:nvPr>
        </p:nvSpPr>
        <p:spPr>
          <a:xfrm>
            <a:off x="2576068" y="1738699"/>
            <a:ext cx="5751512" cy="707704"/>
          </a:xfrm>
        </p:spPr>
        <p:txBody>
          <a:bodyPr>
            <a:normAutofit fontScale="55000" lnSpcReduction="20000"/>
          </a:bodyPr>
          <a:lstStyle/>
          <a:p>
            <a:r>
              <a:rPr lang="de-DE" b="1" dirty="0"/>
              <a:t>Einsatzgebiete, Unterschiede und Klassen</a:t>
            </a:r>
          </a:p>
        </p:txBody>
      </p:sp>
      <p:sp>
        <p:nvSpPr>
          <p:cNvPr id="9" name="Textplatzhalter 8"/>
          <p:cNvSpPr>
            <a:spLocks noGrp="1"/>
          </p:cNvSpPr>
          <p:nvPr>
            <p:ph type="body" sz="quarter" idx="14"/>
          </p:nvPr>
        </p:nvSpPr>
        <p:spPr>
          <a:xfrm>
            <a:off x="2576068" y="2345714"/>
            <a:ext cx="5751512" cy="711867"/>
          </a:xfrm>
        </p:spPr>
        <p:txBody>
          <a:bodyPr>
            <a:normAutofit/>
          </a:bodyPr>
          <a:lstStyle/>
          <a:p>
            <a:br>
              <a:rPr lang="de-DE" dirty="0"/>
            </a:br>
            <a:endParaRPr lang="de-DE" dirty="0"/>
          </a:p>
        </p:txBody>
      </p:sp>
      <p:sp>
        <p:nvSpPr>
          <p:cNvPr id="10" name="Textplatzhalter 9"/>
          <p:cNvSpPr>
            <a:spLocks noGrp="1"/>
          </p:cNvSpPr>
          <p:nvPr>
            <p:ph type="body" sz="quarter" idx="15"/>
          </p:nvPr>
        </p:nvSpPr>
        <p:spPr>
          <a:xfrm>
            <a:off x="1130593" y="1718033"/>
            <a:ext cx="1219200" cy="1123950"/>
          </a:xfrm>
        </p:spPr>
        <p:txBody>
          <a:bodyPr/>
          <a:lstStyle/>
          <a:p>
            <a:r>
              <a:rPr lang="de-DE" dirty="0">
                <a:solidFill>
                  <a:schemeClr val="accent2"/>
                </a:solidFill>
              </a:rPr>
              <a:t>03</a:t>
            </a:r>
          </a:p>
        </p:txBody>
      </p:sp>
      <p:grpSp>
        <p:nvGrpSpPr>
          <p:cNvPr id="12" name="Grafik 83" descr="Rakete">
            <a:extLst>
              <a:ext uri="{FF2B5EF4-FFF2-40B4-BE49-F238E27FC236}">
                <a16:creationId xmlns:a16="http://schemas.microsoft.com/office/drawing/2014/main" id="{538B78E7-974A-4387-AB32-77B53CD37171}"/>
              </a:ext>
            </a:extLst>
          </p:cNvPr>
          <p:cNvGrpSpPr/>
          <p:nvPr/>
        </p:nvGrpSpPr>
        <p:grpSpPr>
          <a:xfrm>
            <a:off x="9201163" y="621763"/>
            <a:ext cx="2642225" cy="2642225"/>
            <a:chOff x="5744639" y="6089168"/>
            <a:chExt cx="555469" cy="555469"/>
          </a:xfrm>
          <a:solidFill>
            <a:schemeClr val="tx2"/>
          </a:solidFill>
        </p:grpSpPr>
        <p:sp>
          <p:nvSpPr>
            <p:cNvPr id="13" name="Freihandform: Form 237">
              <a:extLst>
                <a:ext uri="{FF2B5EF4-FFF2-40B4-BE49-F238E27FC236}">
                  <a16:creationId xmlns:a16="http://schemas.microsoft.com/office/drawing/2014/main" id="{923D2656-1EAB-4398-B4EA-CF70164A6EDD}"/>
                </a:ext>
              </a:extLst>
            </p:cNvPr>
            <p:cNvSpPr/>
            <p:nvPr/>
          </p:nvSpPr>
          <p:spPr>
            <a:xfrm>
              <a:off x="6149089" y="6134708"/>
              <a:ext cx="106153" cy="102005"/>
            </a:xfrm>
            <a:custGeom>
              <a:avLst/>
              <a:gdLst>
                <a:gd name="connsiteX0" fmla="*/ 103572 w 106153"/>
                <a:gd name="connsiteY0" fmla="*/ 3063 h 102005"/>
                <a:gd name="connsiteX1" fmla="*/ 0 w 106153"/>
                <a:gd name="connsiteY1" fmla="*/ 15793 h 102005"/>
                <a:gd name="connsiteX2" fmla="*/ 47446 w 106153"/>
                <a:gd name="connsiteY2" fmla="*/ 53402 h 102005"/>
                <a:gd name="connsiteX3" fmla="*/ 85635 w 106153"/>
                <a:gd name="connsiteY3" fmla="*/ 102006 h 102005"/>
                <a:gd name="connsiteX4" fmla="*/ 103572 w 106153"/>
                <a:gd name="connsiteY4" fmla="*/ 3063 h 102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53" h="102005">
                  <a:moveTo>
                    <a:pt x="103572" y="3063"/>
                  </a:moveTo>
                  <a:cubicBezTo>
                    <a:pt x="95471" y="-5038"/>
                    <a:pt x="43396" y="4220"/>
                    <a:pt x="0" y="15793"/>
                  </a:cubicBezTo>
                  <a:cubicBezTo>
                    <a:pt x="15623" y="25050"/>
                    <a:pt x="31824" y="37780"/>
                    <a:pt x="47446" y="53402"/>
                  </a:cubicBezTo>
                  <a:cubicBezTo>
                    <a:pt x="63647" y="69604"/>
                    <a:pt x="76377" y="85805"/>
                    <a:pt x="85635" y="102006"/>
                  </a:cubicBezTo>
                  <a:cubicBezTo>
                    <a:pt x="97207" y="57453"/>
                    <a:pt x="112251" y="11164"/>
                    <a:pt x="103572" y="3063"/>
                  </a:cubicBezTo>
                  <a:close/>
                </a:path>
              </a:pathLst>
            </a:custGeom>
            <a:grpFill/>
            <a:ln w="5755" cap="flat">
              <a:noFill/>
              <a:prstDash val="solid"/>
              <a:miter/>
            </a:ln>
          </p:spPr>
          <p:txBody>
            <a:bodyPr rtlCol="0" anchor="ctr"/>
            <a:lstStyle/>
            <a:p>
              <a:endParaRPr lang="de-DE"/>
            </a:p>
          </p:txBody>
        </p:sp>
        <p:sp>
          <p:nvSpPr>
            <p:cNvPr id="14" name="Freihandform: Form 238">
              <a:extLst>
                <a:ext uri="{FF2B5EF4-FFF2-40B4-BE49-F238E27FC236}">
                  <a16:creationId xmlns:a16="http://schemas.microsoft.com/office/drawing/2014/main" id="{5B478280-F68E-4276-B617-06B0B9A1F4FE}"/>
                </a:ext>
              </a:extLst>
            </p:cNvPr>
            <p:cNvSpPr/>
            <p:nvPr/>
          </p:nvSpPr>
          <p:spPr>
            <a:xfrm>
              <a:off x="5789231" y="6293780"/>
              <a:ext cx="141142" cy="134998"/>
            </a:xfrm>
            <a:custGeom>
              <a:avLst/>
              <a:gdLst>
                <a:gd name="connsiteX0" fmla="*/ 141143 w 141142"/>
                <a:gd name="connsiteY0" fmla="*/ 8896 h 134998"/>
                <a:gd name="connsiteX1" fmla="*/ 121470 w 141142"/>
                <a:gd name="connsiteY1" fmla="*/ 1374 h 134998"/>
                <a:gd name="connsiteX2" fmla="*/ 98325 w 141142"/>
                <a:gd name="connsiteY2" fmla="*/ 6003 h 134998"/>
                <a:gd name="connsiteX3" fmla="*/ 6326 w 141142"/>
                <a:gd name="connsiteY3" fmla="*/ 98003 h 134998"/>
                <a:gd name="connsiteX4" fmla="*/ 25999 w 141142"/>
                <a:gd name="connsiteY4" fmla="*/ 134455 h 134998"/>
                <a:gd name="connsiteX5" fmla="*/ 102954 w 141142"/>
                <a:gd name="connsiteY5" fmla="*/ 117097 h 134998"/>
                <a:gd name="connsiteX6" fmla="*/ 141143 w 141142"/>
                <a:gd name="connsiteY6" fmla="*/ 8896 h 13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142" h="134998">
                  <a:moveTo>
                    <a:pt x="141143" y="8896"/>
                  </a:moveTo>
                  <a:lnTo>
                    <a:pt x="121470" y="1374"/>
                  </a:lnTo>
                  <a:cubicBezTo>
                    <a:pt x="113369" y="-1519"/>
                    <a:pt x="104690" y="217"/>
                    <a:pt x="98325" y="6003"/>
                  </a:cubicBezTo>
                  <a:lnTo>
                    <a:pt x="6326" y="98003"/>
                  </a:lnTo>
                  <a:cubicBezTo>
                    <a:pt x="-8718" y="113047"/>
                    <a:pt x="5168" y="139084"/>
                    <a:pt x="25999" y="134455"/>
                  </a:cubicBezTo>
                  <a:lnTo>
                    <a:pt x="102954" y="117097"/>
                  </a:lnTo>
                  <a:cubicBezTo>
                    <a:pt x="109319" y="88166"/>
                    <a:pt x="119734" y="49399"/>
                    <a:pt x="141143" y="8896"/>
                  </a:cubicBezTo>
                  <a:close/>
                </a:path>
              </a:pathLst>
            </a:custGeom>
            <a:grpFill/>
            <a:ln w="5755" cap="flat">
              <a:noFill/>
              <a:prstDash val="solid"/>
              <a:miter/>
            </a:ln>
          </p:spPr>
          <p:txBody>
            <a:bodyPr rtlCol="0" anchor="ctr"/>
            <a:lstStyle/>
            <a:p>
              <a:endParaRPr lang="de-DE"/>
            </a:p>
          </p:txBody>
        </p:sp>
        <p:sp>
          <p:nvSpPr>
            <p:cNvPr id="15" name="Freihandform: Form 239">
              <a:extLst>
                <a:ext uri="{FF2B5EF4-FFF2-40B4-BE49-F238E27FC236}">
                  <a16:creationId xmlns:a16="http://schemas.microsoft.com/office/drawing/2014/main" id="{33178324-1981-4946-BB0C-F05CDE5C1380}"/>
                </a:ext>
              </a:extLst>
            </p:cNvPr>
            <p:cNvSpPr/>
            <p:nvPr/>
          </p:nvSpPr>
          <p:spPr>
            <a:xfrm>
              <a:off x="5959329" y="6453694"/>
              <a:ext cx="135266" cy="145447"/>
            </a:xfrm>
            <a:custGeom>
              <a:avLst/>
              <a:gdLst>
                <a:gd name="connsiteX0" fmla="*/ 124377 w 135266"/>
                <a:gd name="connsiteY0" fmla="*/ 0 h 145447"/>
                <a:gd name="connsiteX1" fmla="*/ 18491 w 135266"/>
                <a:gd name="connsiteY1" fmla="*/ 37031 h 145447"/>
                <a:gd name="connsiteX2" fmla="*/ 554 w 135266"/>
                <a:gd name="connsiteY2" fmla="*/ 119194 h 145447"/>
                <a:gd name="connsiteX3" fmla="*/ 37006 w 135266"/>
                <a:gd name="connsiteY3" fmla="*/ 138867 h 145447"/>
                <a:gd name="connsiteX4" fmla="*/ 129006 w 135266"/>
                <a:gd name="connsiteY4" fmla="*/ 46868 h 145447"/>
                <a:gd name="connsiteX5" fmla="*/ 133635 w 135266"/>
                <a:gd name="connsiteY5" fmla="*/ 23723 h 145447"/>
                <a:gd name="connsiteX6" fmla="*/ 124377 w 135266"/>
                <a:gd name="connsiteY6" fmla="*/ 0 h 145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266" h="145447">
                  <a:moveTo>
                    <a:pt x="124377" y="0"/>
                  </a:moveTo>
                  <a:cubicBezTo>
                    <a:pt x="85610" y="20251"/>
                    <a:pt x="48579" y="31245"/>
                    <a:pt x="18491" y="37031"/>
                  </a:cubicBezTo>
                  <a:lnTo>
                    <a:pt x="554" y="119194"/>
                  </a:lnTo>
                  <a:cubicBezTo>
                    <a:pt x="-4075" y="140024"/>
                    <a:pt x="21384" y="154490"/>
                    <a:pt x="37006" y="138867"/>
                  </a:cubicBezTo>
                  <a:lnTo>
                    <a:pt x="129006" y="46868"/>
                  </a:lnTo>
                  <a:cubicBezTo>
                    <a:pt x="134792" y="41082"/>
                    <a:pt x="137107" y="31824"/>
                    <a:pt x="133635" y="23723"/>
                  </a:cubicBezTo>
                  <a:lnTo>
                    <a:pt x="124377" y="0"/>
                  </a:lnTo>
                  <a:close/>
                </a:path>
              </a:pathLst>
            </a:custGeom>
            <a:grpFill/>
            <a:ln w="5755" cap="flat">
              <a:noFill/>
              <a:prstDash val="solid"/>
              <a:miter/>
            </a:ln>
          </p:spPr>
          <p:txBody>
            <a:bodyPr rtlCol="0" anchor="ctr"/>
            <a:lstStyle/>
            <a:p>
              <a:endParaRPr lang="de-DE"/>
            </a:p>
          </p:txBody>
        </p:sp>
        <p:sp>
          <p:nvSpPr>
            <p:cNvPr id="16" name="Freihandform: Form 240">
              <a:extLst>
                <a:ext uri="{FF2B5EF4-FFF2-40B4-BE49-F238E27FC236}">
                  <a16:creationId xmlns:a16="http://schemas.microsoft.com/office/drawing/2014/main" id="{DA728439-535B-4FD1-8C2A-205DA50924E2}"/>
                </a:ext>
              </a:extLst>
            </p:cNvPr>
            <p:cNvSpPr/>
            <p:nvPr/>
          </p:nvSpPr>
          <p:spPr>
            <a:xfrm>
              <a:off x="5912436" y="6160916"/>
              <a:ext cx="311294" cy="310715"/>
            </a:xfrm>
            <a:custGeom>
              <a:avLst/>
              <a:gdLst>
                <a:gd name="connsiteX0" fmla="*/ 205408 w 311294"/>
                <a:gd name="connsiteY0" fmla="*/ 0 h 310715"/>
                <a:gd name="connsiteX1" fmla="*/ 94893 w 311294"/>
                <a:gd name="connsiteY1" fmla="*/ 75220 h 310715"/>
                <a:gd name="connsiteX2" fmla="*/ 0 w 311294"/>
                <a:gd name="connsiteY2" fmla="*/ 274841 h 310715"/>
                <a:gd name="connsiteX3" fmla="*/ 35874 w 311294"/>
                <a:gd name="connsiteY3" fmla="*/ 310715 h 310715"/>
                <a:gd name="connsiteX4" fmla="*/ 236074 w 311294"/>
                <a:gd name="connsiteY4" fmla="*/ 216401 h 310715"/>
                <a:gd name="connsiteX5" fmla="*/ 311294 w 311294"/>
                <a:gd name="connsiteY5" fmla="*/ 106465 h 310715"/>
                <a:gd name="connsiteX6" fmla="*/ 267319 w 311294"/>
                <a:gd name="connsiteY6" fmla="*/ 42817 h 310715"/>
                <a:gd name="connsiteX7" fmla="*/ 205408 w 311294"/>
                <a:gd name="connsiteY7" fmla="*/ 0 h 310715"/>
                <a:gd name="connsiteX8" fmla="*/ 234917 w 311294"/>
                <a:gd name="connsiteY8" fmla="*/ 124981 h 310715"/>
                <a:gd name="connsiteX9" fmla="*/ 185735 w 311294"/>
                <a:gd name="connsiteY9" fmla="*/ 124981 h 310715"/>
                <a:gd name="connsiteX10" fmla="*/ 185735 w 311294"/>
                <a:gd name="connsiteY10" fmla="*/ 75798 h 310715"/>
                <a:gd name="connsiteX11" fmla="*/ 234917 w 311294"/>
                <a:gd name="connsiteY11" fmla="*/ 75798 h 310715"/>
                <a:gd name="connsiteX12" fmla="*/ 234917 w 311294"/>
                <a:gd name="connsiteY12" fmla="*/ 124981 h 31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294" h="310715">
                  <a:moveTo>
                    <a:pt x="205408" y="0"/>
                  </a:moveTo>
                  <a:cubicBezTo>
                    <a:pt x="171270" y="13887"/>
                    <a:pt x="132503" y="37610"/>
                    <a:pt x="94893" y="75220"/>
                  </a:cubicBezTo>
                  <a:cubicBezTo>
                    <a:pt x="26038" y="144075"/>
                    <a:pt x="5786" y="227395"/>
                    <a:pt x="0" y="274841"/>
                  </a:cubicBezTo>
                  <a:lnTo>
                    <a:pt x="35874" y="310715"/>
                  </a:lnTo>
                  <a:cubicBezTo>
                    <a:pt x="83320" y="304929"/>
                    <a:pt x="167219" y="285256"/>
                    <a:pt x="236074" y="216401"/>
                  </a:cubicBezTo>
                  <a:cubicBezTo>
                    <a:pt x="273684" y="178792"/>
                    <a:pt x="297407" y="140603"/>
                    <a:pt x="311294" y="106465"/>
                  </a:cubicBezTo>
                  <a:cubicBezTo>
                    <a:pt x="303772" y="87371"/>
                    <a:pt x="288728" y="64805"/>
                    <a:pt x="267319" y="42817"/>
                  </a:cubicBezTo>
                  <a:cubicBezTo>
                    <a:pt x="246489" y="22566"/>
                    <a:pt x="224502" y="7522"/>
                    <a:pt x="205408" y="0"/>
                  </a:cubicBezTo>
                  <a:close/>
                  <a:moveTo>
                    <a:pt x="234917" y="124981"/>
                  </a:moveTo>
                  <a:cubicBezTo>
                    <a:pt x="221609" y="138289"/>
                    <a:pt x="199622" y="138289"/>
                    <a:pt x="185735" y="124981"/>
                  </a:cubicBezTo>
                  <a:cubicBezTo>
                    <a:pt x="172427" y="111672"/>
                    <a:pt x="172427" y="89685"/>
                    <a:pt x="185735" y="75798"/>
                  </a:cubicBezTo>
                  <a:cubicBezTo>
                    <a:pt x="199043" y="62490"/>
                    <a:pt x="221030" y="62490"/>
                    <a:pt x="234917" y="75798"/>
                  </a:cubicBezTo>
                  <a:cubicBezTo>
                    <a:pt x="248225" y="89685"/>
                    <a:pt x="248225" y="111672"/>
                    <a:pt x="234917" y="124981"/>
                  </a:cubicBezTo>
                  <a:close/>
                </a:path>
              </a:pathLst>
            </a:custGeom>
            <a:grpFill/>
            <a:ln w="5755" cap="flat">
              <a:noFill/>
              <a:prstDash val="solid"/>
              <a:miter/>
            </a:ln>
          </p:spPr>
          <p:txBody>
            <a:bodyPr rtlCol="0" anchor="ctr"/>
            <a:lstStyle/>
            <a:p>
              <a:endParaRPr lang="de-DE"/>
            </a:p>
          </p:txBody>
        </p:sp>
        <p:sp>
          <p:nvSpPr>
            <p:cNvPr id="17" name="Freihandform: Form 241">
              <a:extLst>
                <a:ext uri="{FF2B5EF4-FFF2-40B4-BE49-F238E27FC236}">
                  <a16:creationId xmlns:a16="http://schemas.microsoft.com/office/drawing/2014/main" id="{67CA6BC5-ADFC-463B-A214-BA231E59E835}"/>
                </a:ext>
              </a:extLst>
            </p:cNvPr>
            <p:cNvSpPr/>
            <p:nvPr/>
          </p:nvSpPr>
          <p:spPr>
            <a:xfrm>
              <a:off x="5844286" y="6457370"/>
              <a:ext cx="82410" cy="82581"/>
            </a:xfrm>
            <a:custGeom>
              <a:avLst/>
              <a:gdLst>
                <a:gd name="connsiteX0" fmla="*/ 67572 w 82410"/>
                <a:gd name="connsiteY0" fmla="*/ 14839 h 82581"/>
                <a:gd name="connsiteX1" fmla="*/ 40377 w 82410"/>
                <a:gd name="connsiteY1" fmla="*/ 9053 h 82581"/>
                <a:gd name="connsiteX2" fmla="*/ 1610 w 82410"/>
                <a:gd name="connsiteY2" fmla="*/ 80801 h 82581"/>
                <a:gd name="connsiteX3" fmla="*/ 73358 w 82410"/>
                <a:gd name="connsiteY3" fmla="*/ 42034 h 82581"/>
                <a:gd name="connsiteX4" fmla="*/ 67572 w 82410"/>
                <a:gd name="connsiteY4" fmla="*/ 14839 h 82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10" h="82581">
                  <a:moveTo>
                    <a:pt x="67572" y="14839"/>
                  </a:moveTo>
                  <a:cubicBezTo>
                    <a:pt x="58314" y="5581"/>
                    <a:pt x="59471" y="-10041"/>
                    <a:pt x="40377" y="9053"/>
                  </a:cubicBezTo>
                  <a:cubicBezTo>
                    <a:pt x="21283" y="28147"/>
                    <a:pt x="-7069" y="71543"/>
                    <a:pt x="1610" y="80801"/>
                  </a:cubicBezTo>
                  <a:cubicBezTo>
                    <a:pt x="10868" y="90059"/>
                    <a:pt x="54264" y="61128"/>
                    <a:pt x="73358" y="42034"/>
                  </a:cubicBezTo>
                  <a:cubicBezTo>
                    <a:pt x="92452" y="22361"/>
                    <a:pt x="76830" y="23518"/>
                    <a:pt x="67572" y="14839"/>
                  </a:cubicBezTo>
                  <a:close/>
                </a:path>
              </a:pathLst>
            </a:custGeom>
            <a:grpFill/>
            <a:ln w="5755" cap="flat">
              <a:noFill/>
              <a:prstDash val="solid"/>
              <a:miter/>
            </a:ln>
          </p:spPr>
          <p:txBody>
            <a:bodyPr rtlCol="0" anchor="ctr"/>
            <a:lstStyle/>
            <a:p>
              <a:endParaRPr lang="de-DE"/>
            </a:p>
          </p:txBody>
        </p:sp>
      </p:grpSp>
      <p:sp>
        <p:nvSpPr>
          <p:cNvPr id="23" name="Fußzeilenplatzhalter 4">
            <a:extLst>
              <a:ext uri="{FF2B5EF4-FFF2-40B4-BE49-F238E27FC236}">
                <a16:creationId xmlns:a16="http://schemas.microsoft.com/office/drawing/2014/main" id="{A927FDF3-1339-4CE8-AC0D-7233A8241288}"/>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891133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fontScale="90000"/>
          </a:bodyPr>
          <a:lstStyle/>
          <a:p>
            <a:r>
              <a:rPr lang="de-DE" dirty="0"/>
              <a:t>USV - Einsatzgebiete</a:t>
            </a:r>
            <a:br>
              <a:rPr lang="de-DE" dirty="0"/>
            </a:br>
            <a:endParaRPr lang="de-DE" dirty="0"/>
          </a:p>
        </p:txBody>
      </p:sp>
      <p:sp>
        <p:nvSpPr>
          <p:cNvPr id="3" name="Datumsplatzhalter 2"/>
          <p:cNvSpPr>
            <a:spLocks noGrp="1"/>
          </p:cNvSpPr>
          <p:nvPr>
            <p:ph type="dt" sz="half" idx="10"/>
          </p:nvPr>
        </p:nvSpPr>
        <p:spPr>
          <a:xfrm>
            <a:off x="3949046" y="6311900"/>
            <a:ext cx="1414806" cy="409575"/>
          </a:xfrm>
        </p:spPr>
        <p:txBody>
          <a:bodyPr/>
          <a:lstStyle/>
          <a:p>
            <a:fld id="{D850B30B-ACCB-4526-BC55-136A82488486}"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14</a:t>
            </a:fld>
            <a:endParaRPr lang="de-DE"/>
          </a:p>
        </p:txBody>
      </p:sp>
      <p:sp>
        <p:nvSpPr>
          <p:cNvPr id="13" name="Textplatzhalter 12"/>
          <p:cNvSpPr>
            <a:spLocks noGrp="1"/>
          </p:cNvSpPr>
          <p:nvPr>
            <p:ph type="body" sz="quarter" idx="14"/>
          </p:nvPr>
        </p:nvSpPr>
        <p:spPr>
          <a:xfrm>
            <a:off x="361949" y="1985963"/>
            <a:ext cx="11495753" cy="3602037"/>
          </a:xfrm>
        </p:spPr>
        <p:txBody>
          <a:bodyPr>
            <a:normAutofit/>
          </a:bodyPr>
          <a:lstStyle/>
          <a:p>
            <a:pPr marL="0" indent="0">
              <a:buNone/>
            </a:pPr>
            <a:r>
              <a:rPr lang="de-DE" b="1" dirty="0"/>
              <a:t>USVs unterscheiden sich nach ihrem Einsatzgebiet:</a:t>
            </a:r>
          </a:p>
          <a:p>
            <a:endParaRPr lang="de-DE" dirty="0"/>
          </a:p>
          <a:p>
            <a:r>
              <a:rPr lang="de-DE" dirty="0"/>
              <a:t>Stromausfall</a:t>
            </a:r>
          </a:p>
          <a:p>
            <a:r>
              <a:rPr lang="de-DE" dirty="0"/>
              <a:t>Unterspannungen	</a:t>
            </a:r>
          </a:p>
          <a:p>
            <a:r>
              <a:rPr lang="de-DE" dirty="0"/>
              <a:t>Überspannungen</a:t>
            </a:r>
          </a:p>
          <a:p>
            <a:r>
              <a:rPr lang="de-DE" dirty="0"/>
              <a:t>Frequenzänderungen</a:t>
            </a:r>
          </a:p>
          <a:p>
            <a:r>
              <a:rPr lang="de-DE" dirty="0"/>
              <a:t>Oberschwingungen</a:t>
            </a: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441543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fontScale="90000"/>
          </a:bodyPr>
          <a:lstStyle/>
          <a:p>
            <a:r>
              <a:rPr lang="de-DE" dirty="0"/>
              <a:t>USV - Einsatzgebiete</a:t>
            </a:r>
            <a:br>
              <a:rPr lang="de-DE" dirty="0"/>
            </a:br>
            <a:endParaRPr lang="de-DE" dirty="0"/>
          </a:p>
        </p:txBody>
      </p:sp>
      <p:sp>
        <p:nvSpPr>
          <p:cNvPr id="3" name="Datumsplatzhalter 2"/>
          <p:cNvSpPr>
            <a:spLocks noGrp="1"/>
          </p:cNvSpPr>
          <p:nvPr>
            <p:ph type="dt" sz="half" idx="10"/>
          </p:nvPr>
        </p:nvSpPr>
        <p:spPr>
          <a:xfrm>
            <a:off x="3949046" y="6311900"/>
            <a:ext cx="1414806" cy="409575"/>
          </a:xfrm>
        </p:spPr>
        <p:txBody>
          <a:bodyPr/>
          <a:lstStyle/>
          <a:p>
            <a:fld id="{444A9740-52CB-492D-A904-2E71FB1EE604}"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15</a:t>
            </a:fld>
            <a:endParaRPr lang="de-DE"/>
          </a:p>
        </p:txBody>
      </p:sp>
      <p:sp>
        <p:nvSpPr>
          <p:cNvPr id="13" name="Textplatzhalter 12"/>
          <p:cNvSpPr>
            <a:spLocks noGrp="1"/>
          </p:cNvSpPr>
          <p:nvPr>
            <p:ph type="body" sz="quarter" idx="14"/>
          </p:nvPr>
        </p:nvSpPr>
        <p:spPr>
          <a:xfrm>
            <a:off x="361949" y="1985963"/>
            <a:ext cx="11495753" cy="3602037"/>
          </a:xfrm>
        </p:spPr>
        <p:txBody>
          <a:bodyPr>
            <a:normAutofit/>
          </a:bodyPr>
          <a:lstStyle/>
          <a:p>
            <a:pPr marL="0" indent="0">
              <a:buNone/>
            </a:pPr>
            <a:r>
              <a:rPr lang="de-DE" b="1" dirty="0"/>
              <a:t>USVs unterscheiden sich nach der benötigten Leistung:</a:t>
            </a:r>
          </a:p>
          <a:p>
            <a:endParaRPr lang="de-DE" dirty="0"/>
          </a:p>
          <a:p>
            <a:r>
              <a:rPr lang="de-DE" dirty="0"/>
              <a:t>Dauer der Überbrückung in Minuten</a:t>
            </a:r>
          </a:p>
          <a:p>
            <a:r>
              <a:rPr lang="de-DE" dirty="0"/>
              <a:t>Größe der benötigten Leistung</a:t>
            </a: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232041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5BF6D6B9-B73A-4AA3-A9C0-093BB50C7271}"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16</a:t>
            </a:fld>
            <a:endParaRPr lang="de-DE"/>
          </a:p>
        </p:txBody>
      </p:sp>
      <p:sp>
        <p:nvSpPr>
          <p:cNvPr id="13" name="Textplatzhalter 12"/>
          <p:cNvSpPr>
            <a:spLocks noGrp="1"/>
          </p:cNvSpPr>
          <p:nvPr>
            <p:ph type="body" sz="quarter" idx="14"/>
          </p:nvPr>
        </p:nvSpPr>
        <p:spPr>
          <a:xfrm>
            <a:off x="361949" y="1985963"/>
            <a:ext cx="11495753" cy="3602037"/>
          </a:xfrm>
        </p:spPr>
        <p:txBody>
          <a:bodyPr>
            <a:normAutofit/>
          </a:bodyPr>
          <a:lstStyle/>
          <a:p>
            <a:pPr marL="0" indent="0">
              <a:buNone/>
            </a:pPr>
            <a:r>
              <a:rPr lang="de-DE" b="1" dirty="0"/>
              <a:t>Oder nach ihrer Funktion:</a:t>
            </a:r>
          </a:p>
          <a:p>
            <a:pPr marL="0" indent="0">
              <a:buNone/>
            </a:pPr>
            <a:endParaRPr lang="de-DE" b="1" dirty="0"/>
          </a:p>
          <a:p>
            <a:r>
              <a:rPr lang="de-DE" b="1" dirty="0"/>
              <a:t>VFD</a:t>
            </a:r>
            <a:r>
              <a:rPr lang="de-DE" dirty="0"/>
              <a:t> - </a:t>
            </a:r>
            <a:r>
              <a:rPr lang="de-DE" dirty="0" err="1"/>
              <a:t>Voltage</a:t>
            </a:r>
            <a:r>
              <a:rPr lang="de-DE" dirty="0"/>
              <a:t> and </a:t>
            </a:r>
            <a:r>
              <a:rPr lang="de-DE" dirty="0" err="1"/>
              <a:t>Frequency</a:t>
            </a:r>
            <a:r>
              <a:rPr lang="de-DE" dirty="0"/>
              <a:t> </a:t>
            </a:r>
            <a:r>
              <a:rPr lang="de-DE" dirty="0" err="1"/>
              <a:t>Dependent</a:t>
            </a:r>
            <a:r>
              <a:rPr lang="de-DE" dirty="0"/>
              <a:t> bzw. Offline USV</a:t>
            </a:r>
          </a:p>
          <a:p>
            <a:endParaRPr lang="de-DE" dirty="0"/>
          </a:p>
          <a:p>
            <a:r>
              <a:rPr lang="de-DE" b="1" dirty="0"/>
              <a:t>VI</a:t>
            </a:r>
            <a:r>
              <a:rPr lang="de-DE" dirty="0"/>
              <a:t>  - </a:t>
            </a:r>
            <a:r>
              <a:rPr lang="de-DE" dirty="0" err="1"/>
              <a:t>Voltage</a:t>
            </a:r>
            <a:r>
              <a:rPr lang="de-DE" dirty="0"/>
              <a:t> Independent bzw. Netzinteraktive USV</a:t>
            </a:r>
          </a:p>
          <a:p>
            <a:endParaRPr lang="de-DE" dirty="0"/>
          </a:p>
          <a:p>
            <a:r>
              <a:rPr lang="de-DE" b="1" dirty="0"/>
              <a:t>VFI</a:t>
            </a:r>
            <a:r>
              <a:rPr lang="de-DE" dirty="0"/>
              <a:t> - </a:t>
            </a:r>
            <a:r>
              <a:rPr lang="de-DE" dirty="0" err="1"/>
              <a:t>Voltage</a:t>
            </a:r>
            <a:r>
              <a:rPr lang="de-DE" dirty="0"/>
              <a:t> and </a:t>
            </a:r>
            <a:r>
              <a:rPr lang="de-DE" dirty="0" err="1"/>
              <a:t>Frequency</a:t>
            </a:r>
            <a:r>
              <a:rPr lang="de-DE" dirty="0"/>
              <a:t> Independent bzw. Online UPS/USV</a:t>
            </a: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599663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91977CB5-C6DC-4C5D-9453-3EC093F43BF5}"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17</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VFD (Voltage and Frequency Dependent)</a:t>
            </a:r>
            <a:br>
              <a:rPr lang="en-US" dirty="0"/>
            </a:br>
            <a:endParaRPr lang="de-DE" dirty="0"/>
          </a:p>
        </p:txBody>
      </p:sp>
      <p:sp>
        <p:nvSpPr>
          <p:cNvPr id="13" name="Textplatzhalter 12"/>
          <p:cNvSpPr>
            <a:spLocks noGrp="1"/>
          </p:cNvSpPr>
          <p:nvPr>
            <p:ph type="body" sz="quarter" idx="14"/>
          </p:nvPr>
        </p:nvSpPr>
        <p:spPr>
          <a:xfrm>
            <a:off x="361949" y="1985963"/>
            <a:ext cx="11495753" cy="3602037"/>
          </a:xfrm>
        </p:spPr>
        <p:txBody>
          <a:bodyPr vert="horz" lIns="91440" tIns="45720" rIns="91440" bIns="45720" rtlCol="0" anchor="t">
            <a:normAutofit/>
          </a:bodyPr>
          <a:lstStyle/>
          <a:p>
            <a:pPr marL="0" indent="0">
              <a:buNone/>
            </a:pPr>
            <a:r>
              <a:rPr lang="de-DE" b="1" dirty="0"/>
              <a:t>Wird auch als Standby- oder Offline-USV bezeichnet</a:t>
            </a:r>
          </a:p>
          <a:p>
            <a:pPr marL="0" indent="0">
              <a:buNone/>
            </a:pPr>
            <a:r>
              <a:rPr lang="de-DE" sz="2400" dirty="0"/>
              <a:t>Wegen der Umschaltdauer zwischen Netzbetrieb auf Batteriebetrieb von 4 bis 10 Millisekunden (</a:t>
            </a:r>
            <a:r>
              <a:rPr lang="de-DE" sz="2400" dirty="0" err="1"/>
              <a:t>ms</a:t>
            </a:r>
            <a:r>
              <a:rPr lang="de-DE" sz="2400" dirty="0"/>
              <a:t>) werden Störspannungen, Spannungseinbrüche und Spannungsspitzen unterhalb dieser Zeit nicht erkannt</a:t>
            </a:r>
            <a:endParaRPr lang="de-DE" sz="2400" dirty="0">
              <a:cs typeface="Calibri"/>
            </a:endParaRPr>
          </a:p>
          <a:p>
            <a:endParaRPr lang="de-DE" sz="2400" dirty="0"/>
          </a:p>
          <a:p>
            <a:r>
              <a:rPr lang="de-DE" sz="2400" dirty="0"/>
              <a:t>Schützen nur gegen Netzausfälle und große Unterspannung</a:t>
            </a:r>
          </a:p>
          <a:p>
            <a:endParaRPr lang="de-DE" sz="2400" dirty="0"/>
          </a:p>
          <a:p>
            <a:r>
              <a:rPr lang="de-DE" sz="2400" dirty="0"/>
              <a:t>Unter- und Überspannungen werden nicht ausgeglichen</a:t>
            </a: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678310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FD48E84E-B347-4CDB-A185-E8D5B7431F00}"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18</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VFD (Voltage and Frequency Dependent)</a:t>
            </a:r>
            <a:br>
              <a:rPr lang="en-US" dirty="0"/>
            </a:br>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grpSp>
        <p:nvGrpSpPr>
          <p:cNvPr id="12" name="Gruppieren 11">
            <a:extLst>
              <a:ext uri="{FF2B5EF4-FFF2-40B4-BE49-F238E27FC236}">
                <a16:creationId xmlns:a16="http://schemas.microsoft.com/office/drawing/2014/main" id="{7C2E3FC8-F6A8-430F-98BF-907AA3C3E931}"/>
              </a:ext>
            </a:extLst>
          </p:cNvPr>
          <p:cNvGrpSpPr/>
          <p:nvPr/>
        </p:nvGrpSpPr>
        <p:grpSpPr>
          <a:xfrm>
            <a:off x="1559496" y="-387424"/>
            <a:ext cx="9733334" cy="6096000"/>
            <a:chOff x="1559496" y="-819471"/>
            <a:chExt cx="9733334" cy="6096000"/>
          </a:xfrm>
        </p:grpSpPr>
        <p:pic>
          <p:nvPicPr>
            <p:cNvPr id="14" name="Grafik 13">
              <a:extLst>
                <a:ext uri="{FF2B5EF4-FFF2-40B4-BE49-F238E27FC236}">
                  <a16:creationId xmlns:a16="http://schemas.microsoft.com/office/drawing/2014/main" id="{A2023E50-8172-4F3D-9204-9AEBAF49412C}"/>
                </a:ext>
              </a:extLst>
            </p:cNvPr>
            <p:cNvPicPr>
              <a:picLocks noChangeAspect="1"/>
            </p:cNvPicPr>
            <p:nvPr/>
          </p:nvPicPr>
          <p:blipFill>
            <a:blip r:embed="rId3"/>
            <a:stretch>
              <a:fillRect/>
            </a:stretch>
          </p:blipFill>
          <p:spPr>
            <a:xfrm>
              <a:off x="1559496" y="1858559"/>
              <a:ext cx="4752528" cy="3140881"/>
            </a:xfrm>
            <a:prstGeom prst="rect">
              <a:avLst/>
            </a:prstGeom>
          </p:spPr>
        </p:pic>
        <p:pic>
          <p:nvPicPr>
            <p:cNvPr id="15" name="Picture 2" descr="vfd_unten">
              <a:extLst>
                <a:ext uri="{FF2B5EF4-FFF2-40B4-BE49-F238E27FC236}">
                  <a16:creationId xmlns:a16="http://schemas.microsoft.com/office/drawing/2014/main" id="{DFCFF2E2-D4B6-4C5D-A583-7F681235AF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0136" y="2380885"/>
              <a:ext cx="3972694" cy="2096230"/>
            </a:xfrm>
            <a:prstGeom prst="rect">
              <a:avLst/>
            </a:prstGeom>
            <a:noFill/>
            <a:extLst>
              <a:ext uri="{909E8E84-426E-40DD-AFC4-6F175D3DCCD1}">
                <a14:hiddenFill xmlns:a14="http://schemas.microsoft.com/office/drawing/2010/main">
                  <a:solidFill>
                    <a:srgbClr val="FFFFFF"/>
                  </a:solidFill>
                </a14:hiddenFill>
              </a:ext>
            </a:extLst>
          </p:spPr>
        </p:pic>
        <p:sp>
          <p:nvSpPr>
            <p:cNvPr id="16" name="Rechteck 15">
              <a:extLst>
                <a:ext uri="{FF2B5EF4-FFF2-40B4-BE49-F238E27FC236}">
                  <a16:creationId xmlns:a16="http://schemas.microsoft.com/office/drawing/2014/main" id="{565673F2-7044-451D-84A3-BF900518556F}"/>
                </a:ext>
              </a:extLst>
            </p:cNvPr>
            <p:cNvSpPr/>
            <p:nvPr/>
          </p:nvSpPr>
          <p:spPr>
            <a:xfrm rot="16200000">
              <a:off x="3476510" y="2013085"/>
              <a:ext cx="6096000" cy="430887"/>
            </a:xfrm>
            <a:prstGeom prst="rect">
              <a:avLst/>
            </a:prstGeom>
          </p:spPr>
          <p:txBody>
            <a:bodyPr>
              <a:spAutoFit/>
            </a:bodyPr>
            <a:lstStyle/>
            <a:p>
              <a:r>
                <a:rPr lang="de-DE" sz="1100" dirty="0"/>
                <a:t>Quelle: Von Martin Schleyer - Eigenes Werk, CC BY-SA 4.0, https://commons.wikimedia.org/w/index.php?curid=58693946</a:t>
              </a:r>
            </a:p>
          </p:txBody>
        </p:sp>
      </p:grpSp>
    </p:spTree>
    <p:extLst>
      <p:ext uri="{BB962C8B-B14F-4D97-AF65-F5344CB8AC3E}">
        <p14:creationId xmlns:p14="http://schemas.microsoft.com/office/powerpoint/2010/main" val="591372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1C196724-C9E0-42F9-B686-1F1A2E290047}"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19</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VFD (Voltage and Frequency Dependent)</a:t>
            </a:r>
            <a:br>
              <a:rPr lang="en-US" dirty="0"/>
            </a:br>
            <a:endParaRPr lang="de-DE" dirty="0"/>
          </a:p>
        </p:txBody>
      </p:sp>
      <p:sp>
        <p:nvSpPr>
          <p:cNvPr id="13" name="Textplatzhalter 12"/>
          <p:cNvSpPr>
            <a:spLocks noGrp="1"/>
          </p:cNvSpPr>
          <p:nvPr>
            <p:ph type="body" sz="quarter" idx="14"/>
          </p:nvPr>
        </p:nvSpPr>
        <p:spPr>
          <a:xfrm>
            <a:off x="361949" y="1985963"/>
            <a:ext cx="11495753" cy="3602037"/>
          </a:xfrm>
        </p:spPr>
        <p:txBody>
          <a:bodyPr>
            <a:normAutofit fontScale="92500" lnSpcReduction="10000"/>
          </a:bodyPr>
          <a:lstStyle/>
          <a:p>
            <a:pPr marL="0" indent="0">
              <a:buNone/>
            </a:pPr>
            <a:r>
              <a:rPr lang="de-DE" b="1" dirty="0"/>
              <a:t>Negativ:</a:t>
            </a:r>
          </a:p>
          <a:p>
            <a:r>
              <a:rPr lang="de-DE" sz="2400" dirty="0"/>
              <a:t>Umschaltzeiten können bei sensiblen Geräten zu Problemen führen</a:t>
            </a:r>
          </a:p>
          <a:p>
            <a:r>
              <a:rPr lang="de-DE" sz="2400" dirty="0"/>
              <a:t>Ausgangspannung nicht für empfindliche Verbraucher geeignet</a:t>
            </a:r>
          </a:p>
          <a:p>
            <a:r>
              <a:rPr lang="de-DE" sz="2400" dirty="0"/>
              <a:t>Ausgangspannung lastabhängig</a:t>
            </a:r>
          </a:p>
          <a:p>
            <a:endParaRPr lang="de-DE" dirty="0"/>
          </a:p>
          <a:p>
            <a:pPr marL="0" indent="0">
              <a:buNone/>
            </a:pPr>
            <a:r>
              <a:rPr lang="de-DE" b="1" dirty="0"/>
              <a:t>Positiv:</a:t>
            </a:r>
          </a:p>
          <a:p>
            <a:r>
              <a:rPr lang="de-DE" sz="2400" dirty="0"/>
              <a:t>hoher Wirkungsgrad</a:t>
            </a:r>
          </a:p>
          <a:p>
            <a:r>
              <a:rPr lang="de-DE" sz="2400" dirty="0"/>
              <a:t>günstiger Preis</a:t>
            </a:r>
          </a:p>
          <a:p>
            <a:r>
              <a:rPr lang="de-DE" dirty="0">
                <a:sym typeface="Wingdings" panose="05000000000000000000" pitchFamily="2" charset="2"/>
              </a:rPr>
              <a:t>l</a:t>
            </a:r>
            <a:r>
              <a:rPr lang="de-DE" sz="2400" dirty="0"/>
              <a:t>ange Batterielebensdauer</a:t>
            </a: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285588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561D26BE-C45F-4202-8596-CBFADC60BD1F}"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20</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VFD (Voltage and Frequency Dependent)</a:t>
            </a:r>
            <a:br>
              <a:rPr lang="en-US" dirty="0"/>
            </a:br>
            <a:endParaRPr lang="de-DE" dirty="0"/>
          </a:p>
        </p:txBody>
      </p:sp>
      <p:sp>
        <p:nvSpPr>
          <p:cNvPr id="13" name="Textplatzhalter 12"/>
          <p:cNvSpPr>
            <a:spLocks noGrp="1"/>
          </p:cNvSpPr>
          <p:nvPr>
            <p:ph type="body" sz="quarter" idx="14"/>
          </p:nvPr>
        </p:nvSpPr>
        <p:spPr>
          <a:xfrm>
            <a:off x="361949" y="1985963"/>
            <a:ext cx="11495753" cy="3602037"/>
          </a:xfrm>
        </p:spPr>
        <p:txBody>
          <a:bodyPr vert="horz" lIns="91440" tIns="45720" rIns="91440" bIns="45720" rtlCol="0" anchor="t">
            <a:normAutofit/>
          </a:bodyPr>
          <a:lstStyle/>
          <a:p>
            <a:pPr marL="0" indent="0">
              <a:buNone/>
            </a:pPr>
            <a:r>
              <a:rPr lang="de-DE" b="1" dirty="0"/>
              <a:t>Fazit: </a:t>
            </a:r>
          </a:p>
          <a:p>
            <a:endParaRPr lang="de-DE" dirty="0"/>
          </a:p>
          <a:p>
            <a:r>
              <a:rPr lang="de-DE" dirty="0"/>
              <a:t>USV mit diesem Funktionsprinzip sind günstig in der Anschaffung und im Unterhalt, daher finden sie in unkritischen Bereichen die meiste Verbreitung</a:t>
            </a:r>
            <a:endParaRPr lang="de-DE" dirty="0">
              <a:cs typeface="Calibri"/>
            </a:endParaRPr>
          </a:p>
          <a:p>
            <a:endParaRPr lang="de-DE" dirty="0"/>
          </a:p>
          <a:p>
            <a:r>
              <a:rPr lang="de-DE" dirty="0"/>
              <a:t>Für sensible Verbrauchsgeräte und Regionen mit häufigen Spannungsschwankungen sind sie jedoch nicht ratsam</a:t>
            </a:r>
            <a:endParaRPr lang="de-DE" dirty="0">
              <a:cs typeface="Calibri"/>
            </a:endParaRP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608148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DF61B5AA-3BAF-4ACD-8B32-F9869E2A2AFB}"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21</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VI (Voltage Independent)</a:t>
            </a:r>
            <a:br>
              <a:rPr lang="en-US" dirty="0"/>
            </a:br>
            <a:endParaRPr lang="de-DE" dirty="0"/>
          </a:p>
        </p:txBody>
      </p:sp>
      <p:sp>
        <p:nvSpPr>
          <p:cNvPr id="13" name="Textplatzhalter 12"/>
          <p:cNvSpPr>
            <a:spLocks noGrp="1"/>
          </p:cNvSpPr>
          <p:nvPr>
            <p:ph type="body" sz="quarter" idx="14"/>
          </p:nvPr>
        </p:nvSpPr>
        <p:spPr>
          <a:xfrm>
            <a:off x="361949" y="1985963"/>
            <a:ext cx="11495753" cy="3602037"/>
          </a:xfrm>
        </p:spPr>
        <p:txBody>
          <a:bodyPr vert="horz" lIns="91440" tIns="45720" rIns="91440" bIns="45720" rtlCol="0" anchor="t">
            <a:normAutofit/>
          </a:bodyPr>
          <a:lstStyle/>
          <a:p>
            <a:pPr marL="0" indent="0">
              <a:buNone/>
            </a:pPr>
            <a:r>
              <a:rPr lang="de-DE" b="1" dirty="0"/>
              <a:t>Wird auch Line-interaktive USV genannt</a:t>
            </a:r>
          </a:p>
          <a:p>
            <a:pPr marL="0" indent="0">
              <a:buNone/>
            </a:pPr>
            <a:r>
              <a:rPr lang="de-DE" sz="2400" dirty="0"/>
              <a:t>Schützen vor Netzausfall, kurzzeitigen Spannungsspitzen und können durch Filter Spannungsschwankungen ständig regeln </a:t>
            </a:r>
          </a:p>
          <a:p>
            <a:pPr marL="0" indent="0">
              <a:buNone/>
            </a:pPr>
            <a:endParaRPr lang="de-DE" sz="2400" dirty="0"/>
          </a:p>
          <a:p>
            <a:r>
              <a:rPr lang="de-DE" sz="2400" dirty="0"/>
              <a:t>Die Umschaltzeit von Netzbetrieb auf Batteriebetrieb dauert 2 bis 4 Millisekunden</a:t>
            </a:r>
          </a:p>
          <a:p>
            <a:r>
              <a:rPr lang="de-DE" sz="2400" dirty="0"/>
              <a:t>Umgekehrt wird verzögerungsfrei geschaltet</a:t>
            </a:r>
          </a:p>
          <a:p>
            <a:r>
              <a:rPr lang="de-DE" sz="2400" dirty="0"/>
              <a:t>Sinus-Ausgangsspannung</a:t>
            </a:r>
          </a:p>
          <a:p>
            <a:r>
              <a:rPr lang="de-DE" sz="2400" dirty="0"/>
              <a:t>Der Wirkungsgrad liegt bei über 98</a:t>
            </a:r>
            <a:r>
              <a:rPr lang="de-DE" dirty="0"/>
              <a:t>%</a:t>
            </a:r>
            <a:endParaRPr lang="de-DE" sz="2400" dirty="0">
              <a:cs typeface="Calibri"/>
            </a:endParaRP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907983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469D5783-BC82-49D3-BF8E-2FBFA178E594}"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22</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VI (Voltage Independent)</a:t>
            </a:r>
            <a:br>
              <a:rPr lang="en-US" dirty="0"/>
            </a:br>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grpSp>
        <p:nvGrpSpPr>
          <p:cNvPr id="12" name="Gruppieren 11">
            <a:extLst>
              <a:ext uri="{FF2B5EF4-FFF2-40B4-BE49-F238E27FC236}">
                <a16:creationId xmlns:a16="http://schemas.microsoft.com/office/drawing/2014/main" id="{DE0DF69F-7689-4EAF-B92F-B3E29D72E324}"/>
              </a:ext>
            </a:extLst>
          </p:cNvPr>
          <p:cNvGrpSpPr/>
          <p:nvPr/>
        </p:nvGrpSpPr>
        <p:grpSpPr>
          <a:xfrm>
            <a:off x="3287688" y="1722004"/>
            <a:ext cx="5832172" cy="4058525"/>
            <a:chOff x="3387663" y="1156192"/>
            <a:chExt cx="5832172" cy="4058525"/>
          </a:xfrm>
        </p:grpSpPr>
        <p:pic>
          <p:nvPicPr>
            <p:cNvPr id="14" name="Picture 2" descr="https://upload.wikimedia.org/wikipedia/commons/thumb/0/08/VI_UPS_-_Line_Interactive_UPS_%28German%29.svg/1920px-VI_UPS_-_Line_Interactive_UPS_%28German%29.svg.png">
              <a:extLst>
                <a:ext uri="{FF2B5EF4-FFF2-40B4-BE49-F238E27FC236}">
                  <a16:creationId xmlns:a16="http://schemas.microsoft.com/office/drawing/2014/main" id="{92C8EA00-040C-4B79-8D7D-EF4F42665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7663" y="1643283"/>
              <a:ext cx="5416674" cy="3571434"/>
            </a:xfrm>
            <a:prstGeom prst="rect">
              <a:avLst/>
            </a:prstGeom>
            <a:noFill/>
            <a:extLst>
              <a:ext uri="{909E8E84-426E-40DD-AFC4-6F175D3DCCD1}">
                <a14:hiddenFill xmlns:a14="http://schemas.microsoft.com/office/drawing/2010/main">
                  <a:solidFill>
                    <a:srgbClr val="FFFFFF"/>
                  </a:solidFill>
                </a14:hiddenFill>
              </a:ext>
            </a:extLst>
          </p:spPr>
        </p:pic>
        <p:sp>
          <p:nvSpPr>
            <p:cNvPr id="15" name="Rechteck 14">
              <a:extLst>
                <a:ext uri="{FF2B5EF4-FFF2-40B4-BE49-F238E27FC236}">
                  <a16:creationId xmlns:a16="http://schemas.microsoft.com/office/drawing/2014/main" id="{5576A00A-BDCB-444B-962C-14788B23CF71}"/>
                </a:ext>
              </a:extLst>
            </p:cNvPr>
            <p:cNvSpPr/>
            <p:nvPr/>
          </p:nvSpPr>
          <p:spPr>
            <a:xfrm rot="16200000">
              <a:off x="6983196" y="2977333"/>
              <a:ext cx="4057779" cy="415498"/>
            </a:xfrm>
            <a:prstGeom prst="rect">
              <a:avLst/>
            </a:prstGeom>
          </p:spPr>
          <p:txBody>
            <a:bodyPr wrap="square">
              <a:spAutoFit/>
            </a:bodyPr>
            <a:lstStyle/>
            <a:p>
              <a:r>
                <a:rPr lang="de-DE" sz="1050" dirty="0"/>
                <a:t>Quelle: Von Martin Schleyer - Eigenes Werk, CC BY-SA 4.0, https://commons.wikimedia.org/w/index.php?curid=58694026</a:t>
              </a:r>
            </a:p>
          </p:txBody>
        </p:sp>
      </p:grpSp>
    </p:spTree>
    <p:extLst>
      <p:ext uri="{BB962C8B-B14F-4D97-AF65-F5344CB8AC3E}">
        <p14:creationId xmlns:p14="http://schemas.microsoft.com/office/powerpoint/2010/main" val="1088356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35D78C63-1ABE-49D4-928F-ACDFBDEA2BE7}"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23</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VI (Voltage Independent)</a:t>
            </a:r>
            <a:br>
              <a:rPr lang="en-US" dirty="0"/>
            </a:br>
            <a:endParaRPr lang="de-DE" dirty="0"/>
          </a:p>
        </p:txBody>
      </p:sp>
      <p:sp>
        <p:nvSpPr>
          <p:cNvPr id="13" name="Textplatzhalter 12"/>
          <p:cNvSpPr>
            <a:spLocks noGrp="1"/>
          </p:cNvSpPr>
          <p:nvPr>
            <p:ph type="body" sz="quarter" idx="14"/>
          </p:nvPr>
        </p:nvSpPr>
        <p:spPr>
          <a:xfrm>
            <a:off x="361949" y="1985963"/>
            <a:ext cx="11495753" cy="3602037"/>
          </a:xfrm>
        </p:spPr>
        <p:txBody>
          <a:bodyPr>
            <a:normAutofit lnSpcReduction="10000"/>
          </a:bodyPr>
          <a:lstStyle/>
          <a:p>
            <a:pPr marL="0" indent="0">
              <a:buNone/>
            </a:pPr>
            <a:r>
              <a:rPr lang="de-DE" b="1" dirty="0"/>
              <a:t>Negativ:</a:t>
            </a:r>
          </a:p>
          <a:p>
            <a:r>
              <a:rPr lang="de-DE" sz="2400" dirty="0"/>
              <a:t>Die Frequenz am Ausgang ist abhängig von der am Eingang</a:t>
            </a:r>
          </a:p>
          <a:p>
            <a:endParaRPr lang="de-DE" dirty="0"/>
          </a:p>
          <a:p>
            <a:pPr marL="0" indent="0">
              <a:buNone/>
            </a:pPr>
            <a:r>
              <a:rPr lang="de-DE" b="1" dirty="0"/>
              <a:t>Positiv:</a:t>
            </a:r>
          </a:p>
          <a:p>
            <a:r>
              <a:rPr lang="de-DE" sz="2400" dirty="0"/>
              <a:t>gutes Preis- /Leistungsverhältnis</a:t>
            </a:r>
          </a:p>
          <a:p>
            <a:r>
              <a:rPr lang="de-DE" sz="2400" dirty="0"/>
              <a:t>kurze Umschaltzeiten</a:t>
            </a:r>
          </a:p>
          <a:p>
            <a:r>
              <a:rPr lang="de-DE" sz="2400" dirty="0"/>
              <a:t>gute Filterleistung durch Kontrolleinheit</a:t>
            </a:r>
          </a:p>
          <a:p>
            <a:r>
              <a:rPr lang="de-DE" sz="2400" dirty="0"/>
              <a:t>geringer Energieverbrauch (Wirkungsgrad &gt;98%)</a:t>
            </a: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852897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A16725E3-8D3B-482B-8B60-98A8FD328B58}"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24</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VI (Voltage Independent)</a:t>
            </a:r>
            <a:br>
              <a:rPr lang="en-US" dirty="0"/>
            </a:br>
            <a:endParaRPr lang="de-DE" dirty="0"/>
          </a:p>
        </p:txBody>
      </p:sp>
      <p:sp>
        <p:nvSpPr>
          <p:cNvPr id="13" name="Textplatzhalter 12"/>
          <p:cNvSpPr>
            <a:spLocks noGrp="1"/>
          </p:cNvSpPr>
          <p:nvPr>
            <p:ph type="body" sz="quarter" idx="14"/>
          </p:nvPr>
        </p:nvSpPr>
        <p:spPr>
          <a:xfrm>
            <a:off x="361949" y="1985963"/>
            <a:ext cx="11495753" cy="3602037"/>
          </a:xfrm>
        </p:spPr>
        <p:txBody>
          <a:bodyPr vert="horz" lIns="91440" tIns="45720" rIns="91440" bIns="45720" rtlCol="0" anchor="t">
            <a:normAutofit/>
          </a:bodyPr>
          <a:lstStyle/>
          <a:p>
            <a:pPr marL="0" indent="0">
              <a:buNone/>
            </a:pPr>
            <a:r>
              <a:rPr lang="de-DE" b="1" dirty="0"/>
              <a:t>Fazit: </a:t>
            </a:r>
          </a:p>
          <a:p>
            <a:endParaRPr lang="de-DE" dirty="0"/>
          </a:p>
          <a:p>
            <a:r>
              <a:rPr lang="de-DE" dirty="0"/>
              <a:t>Bei Spannungsschwankungen oder Stromausfällen regelt die Kontrolleinheit bei zu großer Differenz von Ein- zu Ausgangsspannung mit Hilfe der Batterie die Ausgangsspannung</a:t>
            </a:r>
            <a:endParaRPr lang="de-DE" dirty="0">
              <a:cs typeface="Calibri"/>
            </a:endParaRPr>
          </a:p>
          <a:p>
            <a:endParaRPr lang="de-DE" dirty="0"/>
          </a:p>
          <a:p>
            <a:r>
              <a:rPr lang="de-DE" dirty="0"/>
              <a:t>VI-Systeme dienen unter anderem der Absicherung von Einstiegsservern und der Netzwerkperipherie</a:t>
            </a:r>
            <a:endParaRPr lang="de-DE" dirty="0">
              <a:cs typeface="Calibri"/>
            </a:endParaRP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993006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5619E464-5922-4279-BEFD-9F29D016F815}"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25</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VFI ( Voltage and Frequency Independent)</a:t>
            </a:r>
            <a:br>
              <a:rPr lang="en-US" dirty="0"/>
            </a:br>
            <a:endParaRPr lang="de-DE" dirty="0"/>
          </a:p>
        </p:txBody>
      </p:sp>
      <p:sp>
        <p:nvSpPr>
          <p:cNvPr id="13" name="Textplatzhalter 12"/>
          <p:cNvSpPr>
            <a:spLocks noGrp="1"/>
          </p:cNvSpPr>
          <p:nvPr>
            <p:ph type="body" sz="quarter" idx="14"/>
          </p:nvPr>
        </p:nvSpPr>
        <p:spPr>
          <a:xfrm>
            <a:off x="361949" y="1985963"/>
            <a:ext cx="11495753" cy="3602037"/>
          </a:xfrm>
        </p:spPr>
        <p:txBody>
          <a:bodyPr vert="horz" lIns="91440" tIns="45720" rIns="91440" bIns="45720" rtlCol="0" anchor="t">
            <a:normAutofit lnSpcReduction="10000"/>
          </a:bodyPr>
          <a:lstStyle/>
          <a:p>
            <a:pPr marL="0" indent="0">
              <a:buNone/>
            </a:pPr>
            <a:r>
              <a:rPr lang="de-DE" b="1" dirty="0"/>
              <a:t>Die Dauerwandler- bzw. Online-USVs sind echte Stromgeneratoren</a:t>
            </a:r>
          </a:p>
          <a:p>
            <a:pPr marL="0" indent="0">
              <a:buNone/>
            </a:pPr>
            <a:r>
              <a:rPr lang="de-DE" sz="2400" dirty="0"/>
              <a:t>Diese erzeugen ständig eine eigene Netzspannung, damit werden angeschlossene Verbraucher dauerhaft ohne Einschränkungen mit Netzspannung versorgt. Zeitgleich wird die Batterie aufgeladen</a:t>
            </a:r>
            <a:endParaRPr lang="de-DE" sz="2400" dirty="0">
              <a:cs typeface="Calibri"/>
            </a:endParaRPr>
          </a:p>
          <a:p>
            <a:endParaRPr lang="de-DE" sz="2400" dirty="0"/>
          </a:p>
          <a:p>
            <a:r>
              <a:rPr lang="de-DE" sz="2400" dirty="0"/>
              <a:t>Die Ausgangsspannung verfügt aber über bessere Eigenschaften als der Strom aus der Steckdose</a:t>
            </a:r>
            <a:endParaRPr lang="de-DE" sz="2400" dirty="0">
              <a:cs typeface="Calibri"/>
            </a:endParaRPr>
          </a:p>
          <a:p>
            <a:endParaRPr lang="de-DE" sz="2400" dirty="0"/>
          </a:p>
          <a:p>
            <a:r>
              <a:rPr lang="de-DE" sz="2400" dirty="0"/>
              <a:t>Dauerwandler-USVs kommen in hochsensiblen Bereichen zum Einsatz</a:t>
            </a:r>
            <a:endParaRPr lang="de-DE" sz="2400" dirty="0">
              <a:cs typeface="Calibri"/>
            </a:endParaRP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857177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1AA1BC04-6356-4201-B7F2-FF6B844C3057}"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26</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VFI ( Voltage and Frequency Independent)</a:t>
            </a:r>
            <a:br>
              <a:rPr lang="en-US" dirty="0"/>
            </a:br>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grpSp>
        <p:nvGrpSpPr>
          <p:cNvPr id="12" name="Gruppieren 11">
            <a:extLst>
              <a:ext uri="{FF2B5EF4-FFF2-40B4-BE49-F238E27FC236}">
                <a16:creationId xmlns:a16="http://schemas.microsoft.com/office/drawing/2014/main" id="{B793CFB7-6F32-452A-BA0E-F913653592FB}"/>
              </a:ext>
            </a:extLst>
          </p:cNvPr>
          <p:cNvGrpSpPr/>
          <p:nvPr/>
        </p:nvGrpSpPr>
        <p:grpSpPr>
          <a:xfrm>
            <a:off x="2529135" y="-171400"/>
            <a:ext cx="7133730" cy="6096000"/>
            <a:chOff x="2759968" y="-603447"/>
            <a:chExt cx="7133730" cy="6096000"/>
          </a:xfrm>
        </p:grpSpPr>
        <p:pic>
          <p:nvPicPr>
            <p:cNvPr id="14" name="Picture 2">
              <a:extLst>
                <a:ext uri="{FF2B5EF4-FFF2-40B4-BE49-F238E27FC236}">
                  <a16:creationId xmlns:a16="http://schemas.microsoft.com/office/drawing/2014/main" id="{F96E49A1-9583-4025-B4AD-D18606567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759968" y="1741431"/>
              <a:ext cx="6672064" cy="3375137"/>
            </a:xfrm>
            <a:prstGeom prst="rect">
              <a:avLst/>
            </a:prstGeom>
            <a:noFill/>
            <a:extLst>
              <a:ext uri="{909E8E84-426E-40DD-AFC4-6F175D3DCCD1}">
                <a14:hiddenFill xmlns:a14="http://schemas.microsoft.com/office/drawing/2010/main">
                  <a:solidFill>
                    <a:srgbClr val="FFFFFF"/>
                  </a:solidFill>
                </a14:hiddenFill>
              </a:ext>
            </a:extLst>
          </p:spPr>
        </p:pic>
        <p:sp>
          <p:nvSpPr>
            <p:cNvPr id="15" name="Rechteck 14">
              <a:extLst>
                <a:ext uri="{FF2B5EF4-FFF2-40B4-BE49-F238E27FC236}">
                  <a16:creationId xmlns:a16="http://schemas.microsoft.com/office/drawing/2014/main" id="{AB2E6F1D-4B5D-4C81-B41B-7466554708FB}"/>
                </a:ext>
              </a:extLst>
            </p:cNvPr>
            <p:cNvSpPr/>
            <p:nvPr/>
          </p:nvSpPr>
          <p:spPr>
            <a:xfrm rot="16200000">
              <a:off x="6614866" y="2213720"/>
              <a:ext cx="6096000" cy="461665"/>
            </a:xfrm>
            <a:prstGeom prst="rect">
              <a:avLst/>
            </a:prstGeom>
          </p:spPr>
          <p:txBody>
            <a:bodyPr>
              <a:spAutoFit/>
            </a:bodyPr>
            <a:lstStyle/>
            <a:p>
              <a:r>
                <a:rPr lang="de-DE" sz="1200" dirty="0"/>
                <a:t>Quelle: Von Martin Schleyer - Eigenes Werk, CC BY-SA 4.0, https://commons.wikimedia.org/w/index.php?curid=58693981</a:t>
              </a:r>
            </a:p>
          </p:txBody>
        </p:sp>
      </p:grpSp>
    </p:spTree>
    <p:extLst>
      <p:ext uri="{BB962C8B-B14F-4D97-AF65-F5344CB8AC3E}">
        <p14:creationId xmlns:p14="http://schemas.microsoft.com/office/powerpoint/2010/main" val="434725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3CFBA832-9178-4F0F-8E89-AB2E02E41C8A}"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27</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VFI ( Voltage and Frequency Independent)</a:t>
            </a:r>
            <a:br>
              <a:rPr lang="en-US" dirty="0"/>
            </a:br>
            <a:endParaRPr lang="de-DE" dirty="0"/>
          </a:p>
        </p:txBody>
      </p:sp>
      <p:sp>
        <p:nvSpPr>
          <p:cNvPr id="13" name="Textplatzhalter 12"/>
          <p:cNvSpPr>
            <a:spLocks noGrp="1"/>
          </p:cNvSpPr>
          <p:nvPr>
            <p:ph type="body" sz="quarter" idx="14"/>
          </p:nvPr>
        </p:nvSpPr>
        <p:spPr>
          <a:xfrm>
            <a:off x="361949" y="1985963"/>
            <a:ext cx="11495753" cy="3602037"/>
          </a:xfrm>
        </p:spPr>
        <p:txBody>
          <a:bodyPr>
            <a:normAutofit fontScale="92500" lnSpcReduction="10000"/>
          </a:bodyPr>
          <a:lstStyle/>
          <a:p>
            <a:pPr marL="0" indent="0">
              <a:buNone/>
            </a:pPr>
            <a:r>
              <a:rPr lang="de-DE" b="1" dirty="0"/>
              <a:t>Negativ:</a:t>
            </a:r>
          </a:p>
          <a:p>
            <a:r>
              <a:rPr lang="de-DE" sz="2400" dirty="0"/>
              <a:t>hohe USV Anschaffungskosten</a:t>
            </a:r>
          </a:p>
          <a:p>
            <a:r>
              <a:rPr lang="de-DE" sz="2400" dirty="0"/>
              <a:t>hoher Energieverbrauch (Wirkungsgrad &lt; 95%)</a:t>
            </a:r>
          </a:p>
          <a:p>
            <a:r>
              <a:rPr lang="de-DE" sz="2400" dirty="0"/>
              <a:t>anfälligere Technik</a:t>
            </a:r>
          </a:p>
          <a:p>
            <a:endParaRPr lang="de-DE" dirty="0"/>
          </a:p>
          <a:p>
            <a:pPr marL="0" indent="0">
              <a:buNone/>
            </a:pPr>
            <a:r>
              <a:rPr lang="de-DE" b="1" dirty="0"/>
              <a:t>Positiv:</a:t>
            </a:r>
          </a:p>
          <a:p>
            <a:r>
              <a:rPr lang="de-DE" sz="2400" dirty="0"/>
              <a:t>"sauberer“ Wechselstrom</a:t>
            </a:r>
          </a:p>
          <a:p>
            <a:r>
              <a:rPr lang="de-DE" sz="2400" dirty="0"/>
              <a:t>vollständige Abschirmung von Stromstörungen</a:t>
            </a:r>
          </a:p>
          <a:p>
            <a:r>
              <a:rPr lang="de-DE" sz="2400" dirty="0"/>
              <a:t>keine Schaltzeiten von Netz- auf Akkubetrieb</a:t>
            </a: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856879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9216721F-AC4A-4EB0-8134-6AA83F32C1A3}"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28</a:t>
            </a:fld>
            <a:endParaRPr lang="de-DE"/>
          </a:p>
        </p:txBody>
      </p:sp>
      <p:sp>
        <p:nvSpPr>
          <p:cNvPr id="10" name="Textplatzhalter 9">
            <a:extLst>
              <a:ext uri="{FF2B5EF4-FFF2-40B4-BE49-F238E27FC236}">
                <a16:creationId xmlns:a16="http://schemas.microsoft.com/office/drawing/2014/main" id="{4AD6CF00-AE26-49C8-9C5D-30313D8B832D}"/>
              </a:ext>
            </a:extLst>
          </p:cNvPr>
          <p:cNvSpPr>
            <a:spLocks noGrp="1"/>
          </p:cNvSpPr>
          <p:nvPr>
            <p:ph type="body" sz="quarter" idx="13"/>
          </p:nvPr>
        </p:nvSpPr>
        <p:spPr/>
        <p:txBody>
          <a:bodyPr/>
          <a:lstStyle/>
          <a:p>
            <a:r>
              <a:rPr lang="en-US" dirty="0"/>
              <a:t>VFI ( Voltage and Frequency Independent)</a:t>
            </a:r>
            <a:br>
              <a:rPr lang="en-US" dirty="0"/>
            </a:br>
            <a:endParaRPr lang="de-DE" dirty="0"/>
          </a:p>
        </p:txBody>
      </p:sp>
      <p:sp>
        <p:nvSpPr>
          <p:cNvPr id="13" name="Textplatzhalter 12"/>
          <p:cNvSpPr>
            <a:spLocks noGrp="1"/>
          </p:cNvSpPr>
          <p:nvPr>
            <p:ph type="body" sz="quarter" idx="14"/>
          </p:nvPr>
        </p:nvSpPr>
        <p:spPr>
          <a:xfrm>
            <a:off x="361949" y="1985963"/>
            <a:ext cx="11495753" cy="3602037"/>
          </a:xfrm>
        </p:spPr>
        <p:txBody>
          <a:bodyPr vert="horz" lIns="91440" tIns="45720" rIns="91440" bIns="45720" rtlCol="0" anchor="t">
            <a:normAutofit/>
          </a:bodyPr>
          <a:lstStyle/>
          <a:p>
            <a:pPr marL="0" indent="0">
              <a:buNone/>
            </a:pPr>
            <a:r>
              <a:rPr lang="de-DE" b="1" dirty="0"/>
              <a:t>Fazit:</a:t>
            </a:r>
          </a:p>
          <a:p>
            <a:endParaRPr lang="de-DE" dirty="0"/>
          </a:p>
          <a:p>
            <a:r>
              <a:rPr lang="de-DE" dirty="0"/>
              <a:t>Eine USV mit diesem Funktionsprinzip ist teuer in der Anschaffung und im Unterhalt</a:t>
            </a:r>
            <a:endParaRPr lang="de-DE" dirty="0">
              <a:cs typeface="Calibri"/>
            </a:endParaRPr>
          </a:p>
          <a:p>
            <a:endParaRPr lang="de-DE" dirty="0"/>
          </a:p>
          <a:p>
            <a:r>
              <a:rPr lang="de-DE" dirty="0"/>
              <a:t>Für hochsensible Geräte und Gegenden mit häufigen täglichen Stromschwankungen sind sie jedoch unabdingbar</a:t>
            </a:r>
            <a:endParaRPr lang="de-DE" dirty="0">
              <a:cs typeface="Calibri"/>
            </a:endParaRP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485701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73E22B54-4647-4283-9808-99085208A84B}"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29</a:t>
            </a:fld>
            <a:endParaRPr lang="de-DE"/>
          </a:p>
        </p:txBody>
      </p:sp>
      <p:sp>
        <p:nvSpPr>
          <p:cNvPr id="13" name="Textplatzhalter 12"/>
          <p:cNvSpPr>
            <a:spLocks noGrp="1"/>
          </p:cNvSpPr>
          <p:nvPr>
            <p:ph type="body" sz="quarter" idx="14"/>
          </p:nvPr>
        </p:nvSpPr>
        <p:spPr>
          <a:xfrm>
            <a:off x="361949" y="1985963"/>
            <a:ext cx="11495753" cy="3602037"/>
          </a:xfrm>
        </p:spPr>
        <p:txBody>
          <a:bodyPr>
            <a:normAutofit/>
          </a:bodyPr>
          <a:lstStyle/>
          <a:p>
            <a:endParaRPr lang="de-DE" sz="2400" b="1" dirty="0"/>
          </a:p>
          <a:p>
            <a:r>
              <a:rPr lang="de-DE" sz="2400" b="1" dirty="0"/>
              <a:t>Klasse 1:</a:t>
            </a:r>
            <a:r>
              <a:rPr lang="de-DE" sz="2400" dirty="0"/>
              <a:t> VFI </a:t>
            </a:r>
            <a:r>
              <a:rPr lang="de-DE" sz="2400" dirty="0" err="1"/>
              <a:t>Voltage</a:t>
            </a:r>
            <a:r>
              <a:rPr lang="de-DE" sz="2400" dirty="0"/>
              <a:t> and </a:t>
            </a:r>
            <a:r>
              <a:rPr lang="de-DE" sz="2400" dirty="0" err="1"/>
              <a:t>Frequency</a:t>
            </a:r>
            <a:r>
              <a:rPr lang="de-DE" sz="2400" dirty="0"/>
              <a:t> Independent</a:t>
            </a:r>
          </a:p>
          <a:p>
            <a:endParaRPr lang="de-DE" sz="2400" dirty="0"/>
          </a:p>
          <a:p>
            <a:r>
              <a:rPr lang="de-DE" sz="2400" b="1" dirty="0"/>
              <a:t>Klasse 2: </a:t>
            </a:r>
            <a:r>
              <a:rPr lang="de-DE" sz="2400" dirty="0"/>
              <a:t>VI </a:t>
            </a:r>
            <a:r>
              <a:rPr lang="de-DE" sz="2400" dirty="0" err="1"/>
              <a:t>Voltage</a:t>
            </a:r>
            <a:r>
              <a:rPr lang="de-DE" sz="2400" dirty="0"/>
              <a:t> Independent</a:t>
            </a:r>
          </a:p>
          <a:p>
            <a:endParaRPr lang="de-DE" sz="2400" dirty="0"/>
          </a:p>
          <a:p>
            <a:r>
              <a:rPr lang="de-DE" sz="2400" b="1" dirty="0"/>
              <a:t>Klasse 3: </a:t>
            </a:r>
            <a:r>
              <a:rPr lang="de-DE" sz="2400" dirty="0"/>
              <a:t>VFD </a:t>
            </a:r>
            <a:r>
              <a:rPr lang="de-DE" sz="2400" dirty="0" err="1"/>
              <a:t>Voltage</a:t>
            </a:r>
            <a:r>
              <a:rPr lang="de-DE" sz="2400" dirty="0"/>
              <a:t> and </a:t>
            </a:r>
            <a:r>
              <a:rPr lang="de-DE" sz="2400" dirty="0" err="1"/>
              <a:t>Frequency</a:t>
            </a:r>
            <a:r>
              <a:rPr lang="de-DE" sz="2400" dirty="0"/>
              <a:t> </a:t>
            </a:r>
            <a:r>
              <a:rPr lang="de-DE" sz="2400" dirty="0" err="1"/>
              <a:t>Dependent</a:t>
            </a:r>
            <a:endParaRPr lang="de-DE" sz="2400" dirty="0"/>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
        <p:nvSpPr>
          <p:cNvPr id="4" name="Textplatzhalter 3">
            <a:extLst>
              <a:ext uri="{FF2B5EF4-FFF2-40B4-BE49-F238E27FC236}">
                <a16:creationId xmlns:a16="http://schemas.microsoft.com/office/drawing/2014/main" id="{A045B11A-E691-4EE6-9D3E-01755183CD45}"/>
              </a:ext>
            </a:extLst>
          </p:cNvPr>
          <p:cNvSpPr>
            <a:spLocks noGrp="1"/>
          </p:cNvSpPr>
          <p:nvPr>
            <p:ph type="body" sz="quarter" idx="13"/>
          </p:nvPr>
        </p:nvSpPr>
        <p:spPr/>
        <p:txBody>
          <a:bodyPr vert="horz" lIns="91440" tIns="45720" rIns="91440" bIns="45720" rtlCol="0" anchor="t">
            <a:normAutofit/>
          </a:bodyPr>
          <a:lstStyle/>
          <a:p>
            <a:r>
              <a:rPr lang="de-DE" dirty="0"/>
              <a:t>Die Drei Klassen wurden durch das International Engineering </a:t>
            </a:r>
            <a:r>
              <a:rPr lang="de-DE" dirty="0" err="1"/>
              <a:t>Consortium</a:t>
            </a:r>
            <a:r>
              <a:rPr lang="de-DE" dirty="0"/>
              <a:t> (IEC) unter der Produktnorm IEC 62040-3 und durch die Europäische Union unter EN 50091-3 festgelegt</a:t>
            </a:r>
          </a:p>
          <a:p>
            <a:endParaRPr lang="de-DE" dirty="0"/>
          </a:p>
          <a:p>
            <a:endParaRPr lang="de-DE" dirty="0"/>
          </a:p>
        </p:txBody>
      </p:sp>
    </p:spTree>
    <p:extLst>
      <p:ext uri="{BB962C8B-B14F-4D97-AF65-F5344CB8AC3E}">
        <p14:creationId xmlns:p14="http://schemas.microsoft.com/office/powerpoint/2010/main" val="456108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Klassen</a:t>
            </a:r>
          </a:p>
        </p:txBody>
      </p:sp>
      <p:sp>
        <p:nvSpPr>
          <p:cNvPr id="3" name="Datumsplatzhalter 2"/>
          <p:cNvSpPr>
            <a:spLocks noGrp="1"/>
          </p:cNvSpPr>
          <p:nvPr>
            <p:ph type="dt" sz="half" idx="10"/>
          </p:nvPr>
        </p:nvSpPr>
        <p:spPr>
          <a:xfrm>
            <a:off x="3949046" y="6311900"/>
            <a:ext cx="1414806" cy="409575"/>
          </a:xfrm>
        </p:spPr>
        <p:txBody>
          <a:bodyPr/>
          <a:lstStyle/>
          <a:p>
            <a:fld id="{FF4FFB82-E755-4BF4-8FF5-D04526AAE920}"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30</a:t>
            </a:fld>
            <a:endParaRPr lang="de-DE"/>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
        <p:nvSpPr>
          <p:cNvPr id="4" name="Textplatzhalter 3">
            <a:extLst>
              <a:ext uri="{FF2B5EF4-FFF2-40B4-BE49-F238E27FC236}">
                <a16:creationId xmlns:a16="http://schemas.microsoft.com/office/drawing/2014/main" id="{A045B11A-E691-4EE6-9D3E-01755183CD45}"/>
              </a:ext>
            </a:extLst>
          </p:cNvPr>
          <p:cNvSpPr>
            <a:spLocks noGrp="1"/>
          </p:cNvSpPr>
          <p:nvPr>
            <p:ph type="body" sz="quarter" idx="13"/>
          </p:nvPr>
        </p:nvSpPr>
        <p:spPr/>
        <p:txBody>
          <a:bodyPr vert="horz" lIns="91440" tIns="45720" rIns="91440" bIns="45720" rtlCol="0" anchor="t">
            <a:normAutofit/>
          </a:bodyPr>
          <a:lstStyle/>
          <a:p>
            <a:r>
              <a:rPr lang="de-DE" dirty="0"/>
              <a:t>Die Drei Klassen wurden durch das International Engineering </a:t>
            </a:r>
            <a:r>
              <a:rPr lang="de-DE" dirty="0" err="1"/>
              <a:t>Consortium</a:t>
            </a:r>
            <a:r>
              <a:rPr lang="de-DE" dirty="0"/>
              <a:t> (IEC) unter der Produktnorm IEC 62040-3 und durch die Europäische Union unter EN 50091-3 festgelegt</a:t>
            </a:r>
          </a:p>
          <a:p>
            <a:endParaRPr lang="de-DE" dirty="0"/>
          </a:p>
          <a:p>
            <a:endParaRPr lang="de-DE" dirty="0"/>
          </a:p>
        </p:txBody>
      </p:sp>
      <p:graphicFrame>
        <p:nvGraphicFramePr>
          <p:cNvPr id="12" name="Tabelle 6">
            <a:extLst>
              <a:ext uri="{FF2B5EF4-FFF2-40B4-BE49-F238E27FC236}">
                <a16:creationId xmlns:a16="http://schemas.microsoft.com/office/drawing/2014/main" id="{D08F3299-29FA-4BD8-A397-2D40141E27DF}"/>
              </a:ext>
            </a:extLst>
          </p:cNvPr>
          <p:cNvGraphicFramePr>
            <a:graphicFrameLocks noGrp="1"/>
          </p:cNvGraphicFramePr>
          <p:nvPr>
            <p:extLst>
              <p:ext uri="{D42A27DB-BD31-4B8C-83A1-F6EECF244321}">
                <p14:modId xmlns:p14="http://schemas.microsoft.com/office/powerpoint/2010/main" val="3907159705"/>
              </p:ext>
            </p:extLst>
          </p:nvPr>
        </p:nvGraphicFramePr>
        <p:xfrm>
          <a:off x="1559112" y="2204864"/>
          <a:ext cx="9125040" cy="3557008"/>
        </p:xfrm>
        <a:graphic>
          <a:graphicData uri="http://schemas.openxmlformats.org/drawingml/2006/table">
            <a:tbl>
              <a:tblPr firstRow="1" bandRow="1"/>
              <a:tblGrid>
                <a:gridCol w="1538184">
                  <a:extLst>
                    <a:ext uri="{9D8B030D-6E8A-4147-A177-3AD203B41FA5}">
                      <a16:colId xmlns:a16="http://schemas.microsoft.com/office/drawing/2014/main" val="3980042586"/>
                    </a:ext>
                  </a:extLst>
                </a:gridCol>
                <a:gridCol w="2664296">
                  <a:extLst>
                    <a:ext uri="{9D8B030D-6E8A-4147-A177-3AD203B41FA5}">
                      <a16:colId xmlns:a16="http://schemas.microsoft.com/office/drawing/2014/main" val="2401713984"/>
                    </a:ext>
                  </a:extLst>
                </a:gridCol>
                <a:gridCol w="2520280">
                  <a:extLst>
                    <a:ext uri="{9D8B030D-6E8A-4147-A177-3AD203B41FA5}">
                      <a16:colId xmlns:a16="http://schemas.microsoft.com/office/drawing/2014/main" val="176243802"/>
                    </a:ext>
                  </a:extLst>
                </a:gridCol>
                <a:gridCol w="2402280">
                  <a:extLst>
                    <a:ext uri="{9D8B030D-6E8A-4147-A177-3AD203B41FA5}">
                      <a16:colId xmlns:a16="http://schemas.microsoft.com/office/drawing/2014/main" val="2030087281"/>
                    </a:ext>
                  </a:extLst>
                </a:gridCol>
              </a:tblGrid>
              <a:tr h="453320">
                <a:tc>
                  <a:txBody>
                    <a:bodyPr/>
                    <a:lstStyle>
                      <a:lvl1pPr marL="0" algn="l" defTabSz="914400" rtl="0" eaLnBrk="1" latinLnBrk="0" hangingPunct="1">
                        <a:defRPr sz="1800" b="1" kern="1200">
                          <a:solidFill>
                            <a:schemeClr val="lt1"/>
                          </a:solidFill>
                          <a:latin typeface="Frutiger 45 Light"/>
                        </a:defRPr>
                      </a:lvl1pPr>
                      <a:lvl2pPr marL="457200" algn="l" defTabSz="914400" rtl="0" eaLnBrk="1" latinLnBrk="0" hangingPunct="1">
                        <a:defRPr sz="1800" b="1" kern="1200">
                          <a:solidFill>
                            <a:schemeClr val="lt1"/>
                          </a:solidFill>
                          <a:latin typeface="Frutiger 45 Light"/>
                        </a:defRPr>
                      </a:lvl2pPr>
                      <a:lvl3pPr marL="914400" algn="l" defTabSz="914400" rtl="0" eaLnBrk="1" latinLnBrk="0" hangingPunct="1">
                        <a:defRPr sz="1800" b="1" kern="1200">
                          <a:solidFill>
                            <a:schemeClr val="lt1"/>
                          </a:solidFill>
                          <a:latin typeface="Frutiger 45 Light"/>
                        </a:defRPr>
                      </a:lvl3pPr>
                      <a:lvl4pPr marL="1371600" algn="l" defTabSz="914400" rtl="0" eaLnBrk="1" latinLnBrk="0" hangingPunct="1">
                        <a:defRPr sz="1800" b="1" kern="1200">
                          <a:solidFill>
                            <a:schemeClr val="lt1"/>
                          </a:solidFill>
                          <a:latin typeface="Frutiger 45 Light"/>
                        </a:defRPr>
                      </a:lvl4pPr>
                      <a:lvl5pPr marL="1828800" algn="l" defTabSz="914400" rtl="0" eaLnBrk="1" latinLnBrk="0" hangingPunct="1">
                        <a:defRPr sz="1800" b="1" kern="1200">
                          <a:solidFill>
                            <a:schemeClr val="lt1"/>
                          </a:solidFill>
                          <a:latin typeface="Frutiger 45 Light"/>
                        </a:defRPr>
                      </a:lvl5pPr>
                      <a:lvl6pPr marL="2286000" algn="l" defTabSz="914400" rtl="0" eaLnBrk="1" latinLnBrk="0" hangingPunct="1">
                        <a:defRPr sz="1800" b="1" kern="1200">
                          <a:solidFill>
                            <a:schemeClr val="lt1"/>
                          </a:solidFill>
                          <a:latin typeface="Frutiger 45 Light"/>
                        </a:defRPr>
                      </a:lvl6pPr>
                      <a:lvl7pPr marL="2743200" algn="l" defTabSz="914400" rtl="0" eaLnBrk="1" latinLnBrk="0" hangingPunct="1">
                        <a:defRPr sz="1800" b="1" kern="1200">
                          <a:solidFill>
                            <a:schemeClr val="lt1"/>
                          </a:solidFill>
                          <a:latin typeface="Frutiger 45 Light"/>
                        </a:defRPr>
                      </a:lvl7pPr>
                      <a:lvl8pPr marL="3200400" algn="l" defTabSz="914400" rtl="0" eaLnBrk="1" latinLnBrk="0" hangingPunct="1">
                        <a:defRPr sz="1800" b="1" kern="1200">
                          <a:solidFill>
                            <a:schemeClr val="lt1"/>
                          </a:solidFill>
                          <a:latin typeface="Frutiger 45 Light"/>
                        </a:defRPr>
                      </a:lvl8pPr>
                      <a:lvl9pPr marL="3657600" algn="l" defTabSz="914400" rtl="0" eaLnBrk="1" latinLnBrk="0" hangingPunct="1">
                        <a:defRPr sz="1800" b="1" kern="1200">
                          <a:solidFill>
                            <a:schemeClr val="lt1"/>
                          </a:solidFill>
                          <a:latin typeface="Frutiger 45 Light"/>
                        </a:defRPr>
                      </a:lvl9pPr>
                    </a:lstStyle>
                    <a:p>
                      <a:r>
                        <a:rPr lang="de-DE" sz="1600" dirty="0">
                          <a:latin typeface="Calibri" panose="020F0502020204030204" pitchFamily="34" charset="0"/>
                          <a:cs typeface="Calibri" panose="020F0502020204030204" pitchFamily="34" charset="0"/>
                        </a:rPr>
                        <a:t>Eigenschaften</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1B2"/>
                    </a:solidFill>
                  </a:tcPr>
                </a:tc>
                <a:tc>
                  <a:txBody>
                    <a:bodyPr/>
                    <a:lstStyle>
                      <a:lvl1pPr marL="0" algn="l" defTabSz="914400" rtl="0" eaLnBrk="1" latinLnBrk="0" hangingPunct="1">
                        <a:defRPr sz="1800" b="1" kern="1200">
                          <a:solidFill>
                            <a:schemeClr val="lt1"/>
                          </a:solidFill>
                          <a:latin typeface="Frutiger 45 Light"/>
                        </a:defRPr>
                      </a:lvl1pPr>
                      <a:lvl2pPr marL="457200" algn="l" defTabSz="914400" rtl="0" eaLnBrk="1" latinLnBrk="0" hangingPunct="1">
                        <a:defRPr sz="1800" b="1" kern="1200">
                          <a:solidFill>
                            <a:schemeClr val="lt1"/>
                          </a:solidFill>
                          <a:latin typeface="Frutiger 45 Light"/>
                        </a:defRPr>
                      </a:lvl2pPr>
                      <a:lvl3pPr marL="914400" algn="l" defTabSz="914400" rtl="0" eaLnBrk="1" latinLnBrk="0" hangingPunct="1">
                        <a:defRPr sz="1800" b="1" kern="1200">
                          <a:solidFill>
                            <a:schemeClr val="lt1"/>
                          </a:solidFill>
                          <a:latin typeface="Frutiger 45 Light"/>
                        </a:defRPr>
                      </a:lvl3pPr>
                      <a:lvl4pPr marL="1371600" algn="l" defTabSz="914400" rtl="0" eaLnBrk="1" latinLnBrk="0" hangingPunct="1">
                        <a:defRPr sz="1800" b="1" kern="1200">
                          <a:solidFill>
                            <a:schemeClr val="lt1"/>
                          </a:solidFill>
                          <a:latin typeface="Frutiger 45 Light"/>
                        </a:defRPr>
                      </a:lvl4pPr>
                      <a:lvl5pPr marL="1828800" algn="l" defTabSz="914400" rtl="0" eaLnBrk="1" latinLnBrk="0" hangingPunct="1">
                        <a:defRPr sz="1800" b="1" kern="1200">
                          <a:solidFill>
                            <a:schemeClr val="lt1"/>
                          </a:solidFill>
                          <a:latin typeface="Frutiger 45 Light"/>
                        </a:defRPr>
                      </a:lvl5pPr>
                      <a:lvl6pPr marL="2286000" algn="l" defTabSz="914400" rtl="0" eaLnBrk="1" latinLnBrk="0" hangingPunct="1">
                        <a:defRPr sz="1800" b="1" kern="1200">
                          <a:solidFill>
                            <a:schemeClr val="lt1"/>
                          </a:solidFill>
                          <a:latin typeface="Frutiger 45 Light"/>
                        </a:defRPr>
                      </a:lvl6pPr>
                      <a:lvl7pPr marL="2743200" algn="l" defTabSz="914400" rtl="0" eaLnBrk="1" latinLnBrk="0" hangingPunct="1">
                        <a:defRPr sz="1800" b="1" kern="1200">
                          <a:solidFill>
                            <a:schemeClr val="lt1"/>
                          </a:solidFill>
                          <a:latin typeface="Frutiger 45 Light"/>
                        </a:defRPr>
                      </a:lvl7pPr>
                      <a:lvl8pPr marL="3200400" algn="l" defTabSz="914400" rtl="0" eaLnBrk="1" latinLnBrk="0" hangingPunct="1">
                        <a:defRPr sz="1800" b="1" kern="1200">
                          <a:solidFill>
                            <a:schemeClr val="lt1"/>
                          </a:solidFill>
                          <a:latin typeface="Frutiger 45 Light"/>
                        </a:defRPr>
                      </a:lvl8pPr>
                      <a:lvl9pPr marL="3657600" algn="l" defTabSz="914400" rtl="0" eaLnBrk="1" latinLnBrk="0" hangingPunct="1">
                        <a:defRPr sz="1800" b="1" kern="1200">
                          <a:solidFill>
                            <a:schemeClr val="lt1"/>
                          </a:solidFill>
                          <a:latin typeface="Frutiger 45 Light"/>
                        </a:defRPr>
                      </a:lvl9pPr>
                    </a:lstStyle>
                    <a:p>
                      <a:pPr algn="ctr"/>
                      <a:r>
                        <a:rPr lang="de-DE" sz="1600" dirty="0">
                          <a:latin typeface="Calibri" panose="020F0502020204030204" pitchFamily="34" charset="0"/>
                          <a:cs typeface="Calibri" panose="020F0502020204030204" pitchFamily="34" charset="0"/>
                        </a:rPr>
                        <a:t>Klasse 1</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1B2"/>
                    </a:solidFill>
                  </a:tcPr>
                </a:tc>
                <a:tc>
                  <a:txBody>
                    <a:bodyPr/>
                    <a:lstStyle>
                      <a:lvl1pPr marL="0" algn="l" defTabSz="914400" rtl="0" eaLnBrk="1" latinLnBrk="0" hangingPunct="1">
                        <a:defRPr sz="1800" b="1" kern="1200">
                          <a:solidFill>
                            <a:schemeClr val="lt1"/>
                          </a:solidFill>
                          <a:latin typeface="Frutiger 45 Light"/>
                        </a:defRPr>
                      </a:lvl1pPr>
                      <a:lvl2pPr marL="457200" algn="l" defTabSz="914400" rtl="0" eaLnBrk="1" latinLnBrk="0" hangingPunct="1">
                        <a:defRPr sz="1800" b="1" kern="1200">
                          <a:solidFill>
                            <a:schemeClr val="lt1"/>
                          </a:solidFill>
                          <a:latin typeface="Frutiger 45 Light"/>
                        </a:defRPr>
                      </a:lvl2pPr>
                      <a:lvl3pPr marL="914400" algn="l" defTabSz="914400" rtl="0" eaLnBrk="1" latinLnBrk="0" hangingPunct="1">
                        <a:defRPr sz="1800" b="1" kern="1200">
                          <a:solidFill>
                            <a:schemeClr val="lt1"/>
                          </a:solidFill>
                          <a:latin typeface="Frutiger 45 Light"/>
                        </a:defRPr>
                      </a:lvl3pPr>
                      <a:lvl4pPr marL="1371600" algn="l" defTabSz="914400" rtl="0" eaLnBrk="1" latinLnBrk="0" hangingPunct="1">
                        <a:defRPr sz="1800" b="1" kern="1200">
                          <a:solidFill>
                            <a:schemeClr val="lt1"/>
                          </a:solidFill>
                          <a:latin typeface="Frutiger 45 Light"/>
                        </a:defRPr>
                      </a:lvl4pPr>
                      <a:lvl5pPr marL="1828800" algn="l" defTabSz="914400" rtl="0" eaLnBrk="1" latinLnBrk="0" hangingPunct="1">
                        <a:defRPr sz="1800" b="1" kern="1200">
                          <a:solidFill>
                            <a:schemeClr val="lt1"/>
                          </a:solidFill>
                          <a:latin typeface="Frutiger 45 Light"/>
                        </a:defRPr>
                      </a:lvl5pPr>
                      <a:lvl6pPr marL="2286000" algn="l" defTabSz="914400" rtl="0" eaLnBrk="1" latinLnBrk="0" hangingPunct="1">
                        <a:defRPr sz="1800" b="1" kern="1200">
                          <a:solidFill>
                            <a:schemeClr val="lt1"/>
                          </a:solidFill>
                          <a:latin typeface="Frutiger 45 Light"/>
                        </a:defRPr>
                      </a:lvl6pPr>
                      <a:lvl7pPr marL="2743200" algn="l" defTabSz="914400" rtl="0" eaLnBrk="1" latinLnBrk="0" hangingPunct="1">
                        <a:defRPr sz="1800" b="1" kern="1200">
                          <a:solidFill>
                            <a:schemeClr val="lt1"/>
                          </a:solidFill>
                          <a:latin typeface="Frutiger 45 Light"/>
                        </a:defRPr>
                      </a:lvl7pPr>
                      <a:lvl8pPr marL="3200400" algn="l" defTabSz="914400" rtl="0" eaLnBrk="1" latinLnBrk="0" hangingPunct="1">
                        <a:defRPr sz="1800" b="1" kern="1200">
                          <a:solidFill>
                            <a:schemeClr val="lt1"/>
                          </a:solidFill>
                          <a:latin typeface="Frutiger 45 Light"/>
                        </a:defRPr>
                      </a:lvl8pPr>
                      <a:lvl9pPr marL="3657600" algn="l" defTabSz="914400" rtl="0" eaLnBrk="1" latinLnBrk="0" hangingPunct="1">
                        <a:defRPr sz="1800" b="1" kern="1200">
                          <a:solidFill>
                            <a:schemeClr val="lt1"/>
                          </a:solidFill>
                          <a:latin typeface="Frutiger 45 Light"/>
                        </a:defRPr>
                      </a:lvl9pPr>
                    </a:lstStyle>
                    <a:p>
                      <a:pPr algn="ctr"/>
                      <a:r>
                        <a:rPr lang="de-DE" sz="1600" dirty="0">
                          <a:latin typeface="Calibri" panose="020F0502020204030204" pitchFamily="34" charset="0"/>
                          <a:cs typeface="Calibri" panose="020F0502020204030204" pitchFamily="34" charset="0"/>
                        </a:rPr>
                        <a:t>Klasse 2</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1B2"/>
                    </a:solidFill>
                  </a:tcPr>
                </a:tc>
                <a:tc>
                  <a:txBody>
                    <a:bodyPr/>
                    <a:lstStyle>
                      <a:lvl1pPr marL="0" algn="l" defTabSz="914400" rtl="0" eaLnBrk="1" latinLnBrk="0" hangingPunct="1">
                        <a:defRPr sz="1800" b="1" kern="1200">
                          <a:solidFill>
                            <a:schemeClr val="lt1"/>
                          </a:solidFill>
                          <a:latin typeface="Frutiger 45 Light"/>
                        </a:defRPr>
                      </a:lvl1pPr>
                      <a:lvl2pPr marL="457200" algn="l" defTabSz="914400" rtl="0" eaLnBrk="1" latinLnBrk="0" hangingPunct="1">
                        <a:defRPr sz="1800" b="1" kern="1200">
                          <a:solidFill>
                            <a:schemeClr val="lt1"/>
                          </a:solidFill>
                          <a:latin typeface="Frutiger 45 Light"/>
                        </a:defRPr>
                      </a:lvl2pPr>
                      <a:lvl3pPr marL="914400" algn="l" defTabSz="914400" rtl="0" eaLnBrk="1" latinLnBrk="0" hangingPunct="1">
                        <a:defRPr sz="1800" b="1" kern="1200">
                          <a:solidFill>
                            <a:schemeClr val="lt1"/>
                          </a:solidFill>
                          <a:latin typeface="Frutiger 45 Light"/>
                        </a:defRPr>
                      </a:lvl3pPr>
                      <a:lvl4pPr marL="1371600" algn="l" defTabSz="914400" rtl="0" eaLnBrk="1" latinLnBrk="0" hangingPunct="1">
                        <a:defRPr sz="1800" b="1" kern="1200">
                          <a:solidFill>
                            <a:schemeClr val="lt1"/>
                          </a:solidFill>
                          <a:latin typeface="Frutiger 45 Light"/>
                        </a:defRPr>
                      </a:lvl4pPr>
                      <a:lvl5pPr marL="1828800" algn="l" defTabSz="914400" rtl="0" eaLnBrk="1" latinLnBrk="0" hangingPunct="1">
                        <a:defRPr sz="1800" b="1" kern="1200">
                          <a:solidFill>
                            <a:schemeClr val="lt1"/>
                          </a:solidFill>
                          <a:latin typeface="Frutiger 45 Light"/>
                        </a:defRPr>
                      </a:lvl5pPr>
                      <a:lvl6pPr marL="2286000" algn="l" defTabSz="914400" rtl="0" eaLnBrk="1" latinLnBrk="0" hangingPunct="1">
                        <a:defRPr sz="1800" b="1" kern="1200">
                          <a:solidFill>
                            <a:schemeClr val="lt1"/>
                          </a:solidFill>
                          <a:latin typeface="Frutiger 45 Light"/>
                        </a:defRPr>
                      </a:lvl6pPr>
                      <a:lvl7pPr marL="2743200" algn="l" defTabSz="914400" rtl="0" eaLnBrk="1" latinLnBrk="0" hangingPunct="1">
                        <a:defRPr sz="1800" b="1" kern="1200">
                          <a:solidFill>
                            <a:schemeClr val="lt1"/>
                          </a:solidFill>
                          <a:latin typeface="Frutiger 45 Light"/>
                        </a:defRPr>
                      </a:lvl7pPr>
                      <a:lvl8pPr marL="3200400" algn="l" defTabSz="914400" rtl="0" eaLnBrk="1" latinLnBrk="0" hangingPunct="1">
                        <a:defRPr sz="1800" b="1" kern="1200">
                          <a:solidFill>
                            <a:schemeClr val="lt1"/>
                          </a:solidFill>
                          <a:latin typeface="Frutiger 45 Light"/>
                        </a:defRPr>
                      </a:lvl8pPr>
                      <a:lvl9pPr marL="3657600" algn="l" defTabSz="914400" rtl="0" eaLnBrk="1" latinLnBrk="0" hangingPunct="1">
                        <a:defRPr sz="1800" b="1" kern="1200">
                          <a:solidFill>
                            <a:schemeClr val="lt1"/>
                          </a:solidFill>
                          <a:latin typeface="Frutiger 45 Light"/>
                        </a:defRPr>
                      </a:lvl9pPr>
                    </a:lstStyle>
                    <a:p>
                      <a:pPr algn="ctr"/>
                      <a:r>
                        <a:rPr lang="de-DE" sz="1600" dirty="0">
                          <a:latin typeface="Calibri" panose="020F0502020204030204" pitchFamily="34" charset="0"/>
                          <a:cs typeface="Calibri" panose="020F0502020204030204" pitchFamily="34" charset="0"/>
                        </a:rPr>
                        <a:t>Klasse 3</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1B2"/>
                    </a:solidFill>
                  </a:tcPr>
                </a:tc>
                <a:extLst>
                  <a:ext uri="{0D108BD9-81ED-4DB2-BD59-A6C34878D82A}">
                    <a16:rowId xmlns:a16="http://schemas.microsoft.com/office/drawing/2014/main" val="1523563650"/>
                  </a:ext>
                </a:extLst>
              </a:tr>
              <a:tr h="453320">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r>
                        <a:rPr lang="de-DE" sz="1600" b="1" kern="1200" dirty="0">
                          <a:solidFill>
                            <a:schemeClr val="dk1"/>
                          </a:solidFill>
                          <a:latin typeface="Calibri" panose="020F0502020204030204" pitchFamily="34" charset="0"/>
                          <a:ea typeface="+mn-ea"/>
                          <a:cs typeface="Calibri" panose="020F0502020204030204" pitchFamily="34" charset="0"/>
                        </a:rPr>
                        <a:t>Wirkungsgrad</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CBCCD0"/>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ca. 90%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4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ca. 95-98%</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4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ca. 95%</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40000"/>
                      </a:srgbClr>
                    </a:solidFill>
                  </a:tcPr>
                </a:tc>
                <a:extLst>
                  <a:ext uri="{0D108BD9-81ED-4DB2-BD59-A6C34878D82A}">
                    <a16:rowId xmlns:a16="http://schemas.microsoft.com/office/drawing/2014/main" val="3266988852"/>
                  </a:ext>
                </a:extLst>
              </a:tr>
              <a:tr h="453320">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r>
                        <a:rPr lang="de-DE" sz="1600" b="1" kern="1200" dirty="0">
                          <a:solidFill>
                            <a:schemeClr val="dk1"/>
                          </a:solidFill>
                          <a:latin typeface="Calibri" panose="020F0502020204030204" pitchFamily="34" charset="0"/>
                          <a:ea typeface="+mn-ea"/>
                          <a:cs typeface="Calibri" panose="020F0502020204030204" pitchFamily="34" charset="0"/>
                        </a:rPr>
                        <a:t>Leistung</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7E9"/>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ab ca. 500 VA</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2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bis ca. 5000 VA</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2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bis ca. 1000 VA</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20000"/>
                      </a:srgbClr>
                    </a:solidFill>
                  </a:tcPr>
                </a:tc>
                <a:extLst>
                  <a:ext uri="{0D108BD9-81ED-4DB2-BD59-A6C34878D82A}">
                    <a16:rowId xmlns:a16="http://schemas.microsoft.com/office/drawing/2014/main" val="1917943974"/>
                  </a:ext>
                </a:extLst>
              </a:tr>
              <a:tr h="453320">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r>
                        <a:rPr lang="de-DE" sz="1600" b="1" kern="1200" dirty="0">
                          <a:solidFill>
                            <a:schemeClr val="dk1"/>
                          </a:solidFill>
                          <a:latin typeface="Calibri" panose="020F0502020204030204" pitchFamily="34" charset="0"/>
                          <a:ea typeface="+mn-ea"/>
                          <a:cs typeface="Calibri" panose="020F0502020204030204" pitchFamily="34" charset="0"/>
                        </a:rPr>
                        <a:t>Kosten</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CBCCD0"/>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hoch</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4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mittel</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4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niedrig</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40000"/>
                      </a:srgbClr>
                    </a:solidFill>
                  </a:tcPr>
                </a:tc>
                <a:extLst>
                  <a:ext uri="{0D108BD9-81ED-4DB2-BD59-A6C34878D82A}">
                    <a16:rowId xmlns:a16="http://schemas.microsoft.com/office/drawing/2014/main" val="1552152819"/>
                  </a:ext>
                </a:extLst>
              </a:tr>
              <a:tr h="558888">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r>
                        <a:rPr lang="de-DE" sz="1600" b="1" kern="1200" dirty="0">
                          <a:solidFill>
                            <a:schemeClr val="dk1"/>
                          </a:solidFill>
                          <a:latin typeface="Calibri" panose="020F0502020204030204" pitchFamily="34" charset="0"/>
                          <a:ea typeface="+mn-ea"/>
                          <a:cs typeface="Calibri" panose="020F0502020204030204" pitchFamily="34" charset="0"/>
                        </a:rPr>
                        <a:t>Anwendung</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7E9"/>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Datenkommunikation und Server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2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TK-Anlagen, einzelne Computer, Netzwerke</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2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Einzelne Computer, Kleinst-Verbraucher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20000"/>
                      </a:srgbClr>
                    </a:solidFill>
                  </a:tcPr>
                </a:tc>
                <a:extLst>
                  <a:ext uri="{0D108BD9-81ED-4DB2-BD59-A6C34878D82A}">
                    <a16:rowId xmlns:a16="http://schemas.microsoft.com/office/drawing/2014/main" val="4276512875"/>
                  </a:ext>
                </a:extLst>
              </a:tr>
              <a:tr h="623552">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r>
                        <a:rPr lang="de-DE" sz="1600" b="1" kern="1200" dirty="0">
                          <a:solidFill>
                            <a:schemeClr val="dk1"/>
                          </a:solidFill>
                          <a:latin typeface="Calibri" panose="020F0502020204030204" pitchFamily="34" charset="0"/>
                          <a:ea typeface="+mn-ea"/>
                          <a:cs typeface="Calibri" panose="020F0502020204030204" pitchFamily="34" charset="0"/>
                        </a:rPr>
                        <a:t>Schutzfunktion</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CBCCD0"/>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Vollschutz durch dauernde Erzeugung der Sinusspannung</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4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a:cs typeface="Calibri"/>
                        </a:rPr>
                        <a:t>Netzausfall, Ausgleich von Spannungsspitzen und –</a:t>
                      </a:r>
                      <a:r>
                        <a:rPr lang="de-DE" sz="1400" dirty="0" err="1">
                          <a:latin typeface="Calibri"/>
                          <a:cs typeface="Calibri"/>
                        </a:rPr>
                        <a:t>einbrüchen</a:t>
                      </a:r>
                      <a:endParaRPr lang="de-DE"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4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Netzausfall, große Unterspannung</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40000"/>
                      </a:srgbClr>
                    </a:solidFill>
                  </a:tcPr>
                </a:tc>
                <a:extLst>
                  <a:ext uri="{0D108BD9-81ED-4DB2-BD59-A6C34878D82A}">
                    <a16:rowId xmlns:a16="http://schemas.microsoft.com/office/drawing/2014/main" val="3755548686"/>
                  </a:ext>
                </a:extLst>
              </a:tr>
              <a:tr h="453320">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r>
                        <a:rPr lang="de-DE" sz="1600" b="1" kern="1200" dirty="0">
                          <a:solidFill>
                            <a:schemeClr val="dk1"/>
                          </a:solidFill>
                          <a:latin typeface="Calibri" panose="020F0502020204030204" pitchFamily="34" charset="0"/>
                          <a:ea typeface="+mn-ea"/>
                          <a:cs typeface="Calibri" panose="020F0502020204030204" pitchFamily="34" charset="0"/>
                        </a:rPr>
                        <a:t>Umschaltzeit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E7E7E9"/>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keine</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2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2ms - 4ms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20000"/>
                      </a:srgbClr>
                    </a:solidFill>
                  </a:tcPr>
                </a:tc>
                <a:tc>
                  <a:txBody>
                    <a:bodyPr/>
                    <a:lstStyle>
                      <a:lvl1pPr marL="0" algn="l" defTabSz="914400" rtl="0" eaLnBrk="1" latinLnBrk="0" hangingPunct="1">
                        <a:defRPr sz="1800" kern="1200">
                          <a:solidFill>
                            <a:schemeClr val="dk1"/>
                          </a:solidFill>
                          <a:latin typeface="Frutiger 45 Light"/>
                        </a:defRPr>
                      </a:lvl1pPr>
                      <a:lvl2pPr marL="457200" algn="l" defTabSz="914400" rtl="0" eaLnBrk="1" latinLnBrk="0" hangingPunct="1">
                        <a:defRPr sz="1800" kern="1200">
                          <a:solidFill>
                            <a:schemeClr val="dk1"/>
                          </a:solidFill>
                          <a:latin typeface="Frutiger 45 Light"/>
                        </a:defRPr>
                      </a:lvl2pPr>
                      <a:lvl3pPr marL="914400" algn="l" defTabSz="914400" rtl="0" eaLnBrk="1" latinLnBrk="0" hangingPunct="1">
                        <a:defRPr sz="1800" kern="1200">
                          <a:solidFill>
                            <a:schemeClr val="dk1"/>
                          </a:solidFill>
                          <a:latin typeface="Frutiger 45 Light"/>
                        </a:defRPr>
                      </a:lvl3pPr>
                      <a:lvl4pPr marL="1371600" algn="l" defTabSz="914400" rtl="0" eaLnBrk="1" latinLnBrk="0" hangingPunct="1">
                        <a:defRPr sz="1800" kern="1200">
                          <a:solidFill>
                            <a:schemeClr val="dk1"/>
                          </a:solidFill>
                          <a:latin typeface="Frutiger 45 Light"/>
                        </a:defRPr>
                      </a:lvl4pPr>
                      <a:lvl5pPr marL="1828800" algn="l" defTabSz="914400" rtl="0" eaLnBrk="1" latinLnBrk="0" hangingPunct="1">
                        <a:defRPr sz="1800" kern="1200">
                          <a:solidFill>
                            <a:schemeClr val="dk1"/>
                          </a:solidFill>
                          <a:latin typeface="Frutiger 45 Light"/>
                        </a:defRPr>
                      </a:lvl5pPr>
                      <a:lvl6pPr marL="2286000" algn="l" defTabSz="914400" rtl="0" eaLnBrk="1" latinLnBrk="0" hangingPunct="1">
                        <a:defRPr sz="1800" kern="1200">
                          <a:solidFill>
                            <a:schemeClr val="dk1"/>
                          </a:solidFill>
                          <a:latin typeface="Frutiger 45 Light"/>
                        </a:defRPr>
                      </a:lvl6pPr>
                      <a:lvl7pPr marL="2743200" algn="l" defTabSz="914400" rtl="0" eaLnBrk="1" latinLnBrk="0" hangingPunct="1">
                        <a:defRPr sz="1800" kern="1200">
                          <a:solidFill>
                            <a:schemeClr val="dk1"/>
                          </a:solidFill>
                          <a:latin typeface="Frutiger 45 Light"/>
                        </a:defRPr>
                      </a:lvl7pPr>
                      <a:lvl8pPr marL="3200400" algn="l" defTabSz="914400" rtl="0" eaLnBrk="1" latinLnBrk="0" hangingPunct="1">
                        <a:defRPr sz="1800" kern="1200">
                          <a:solidFill>
                            <a:schemeClr val="dk1"/>
                          </a:solidFill>
                          <a:latin typeface="Frutiger 45 Light"/>
                        </a:defRPr>
                      </a:lvl8pPr>
                      <a:lvl9pPr marL="3657600" algn="l" defTabSz="914400" rtl="0" eaLnBrk="1" latinLnBrk="0" hangingPunct="1">
                        <a:defRPr sz="1800" kern="1200">
                          <a:solidFill>
                            <a:schemeClr val="dk1"/>
                          </a:solidFill>
                          <a:latin typeface="Frutiger 45 Light"/>
                        </a:defRPr>
                      </a:lvl9pPr>
                    </a:lstStyle>
                    <a:p>
                      <a:pPr algn="ctr"/>
                      <a:r>
                        <a:rPr lang="de-DE" sz="1400" dirty="0">
                          <a:latin typeface="Calibri" panose="020F0502020204030204" pitchFamily="34" charset="0"/>
                          <a:cs typeface="Calibri" panose="020F0502020204030204" pitchFamily="34" charset="0"/>
                        </a:rPr>
                        <a:t>4ms - 10ms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04B">
                        <a:tint val="20000"/>
                      </a:srgbClr>
                    </a:solidFill>
                  </a:tcPr>
                </a:tc>
                <a:extLst>
                  <a:ext uri="{0D108BD9-81ED-4DB2-BD59-A6C34878D82A}">
                    <a16:rowId xmlns:a16="http://schemas.microsoft.com/office/drawing/2014/main" val="3956314131"/>
                  </a:ext>
                </a:extLst>
              </a:tr>
            </a:tbl>
          </a:graphicData>
        </a:graphic>
      </p:graphicFrame>
    </p:spTree>
    <p:extLst>
      <p:ext uri="{BB962C8B-B14F-4D97-AF65-F5344CB8AC3E}">
        <p14:creationId xmlns:p14="http://schemas.microsoft.com/office/powerpoint/2010/main" val="38626857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pieren 17"/>
          <p:cNvGrpSpPr/>
          <p:nvPr/>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21" name="Grafik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EA7D9F0A-5817-4EF1-868F-A8E60C46E710}" type="datetime1">
              <a:rPr lang="de-DE" smtClean="0"/>
              <a:t>12.02.2024</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31</a:t>
            </a:fld>
            <a:endParaRPr lang="de-DE"/>
          </a:p>
        </p:txBody>
      </p:sp>
      <p:sp>
        <p:nvSpPr>
          <p:cNvPr id="8" name="Textplatzhalter 7"/>
          <p:cNvSpPr>
            <a:spLocks noGrp="1"/>
          </p:cNvSpPr>
          <p:nvPr>
            <p:ph type="body" sz="quarter" idx="13"/>
          </p:nvPr>
        </p:nvSpPr>
        <p:spPr>
          <a:xfrm>
            <a:off x="2576068" y="1738699"/>
            <a:ext cx="5751512" cy="707704"/>
          </a:xfrm>
        </p:spPr>
        <p:txBody>
          <a:bodyPr>
            <a:normAutofit lnSpcReduction="10000"/>
          </a:bodyPr>
          <a:lstStyle/>
          <a:p>
            <a:r>
              <a:rPr lang="de-DE" b="1" dirty="0"/>
              <a:t>Kaufkriterien</a:t>
            </a:r>
          </a:p>
        </p:txBody>
      </p:sp>
      <p:sp>
        <p:nvSpPr>
          <p:cNvPr id="9" name="Textplatzhalter 8"/>
          <p:cNvSpPr>
            <a:spLocks noGrp="1"/>
          </p:cNvSpPr>
          <p:nvPr>
            <p:ph type="body" sz="quarter" idx="14"/>
          </p:nvPr>
        </p:nvSpPr>
        <p:spPr>
          <a:xfrm>
            <a:off x="2576068" y="2345714"/>
            <a:ext cx="5751512" cy="711867"/>
          </a:xfrm>
        </p:spPr>
        <p:txBody>
          <a:bodyPr>
            <a:normAutofit/>
          </a:bodyPr>
          <a:lstStyle/>
          <a:p>
            <a:br>
              <a:rPr lang="de-DE" dirty="0"/>
            </a:br>
            <a:endParaRPr lang="de-DE" dirty="0"/>
          </a:p>
        </p:txBody>
      </p:sp>
      <p:sp>
        <p:nvSpPr>
          <p:cNvPr id="10" name="Textplatzhalter 9"/>
          <p:cNvSpPr>
            <a:spLocks noGrp="1"/>
          </p:cNvSpPr>
          <p:nvPr>
            <p:ph type="body" sz="quarter" idx="15"/>
          </p:nvPr>
        </p:nvSpPr>
        <p:spPr>
          <a:xfrm>
            <a:off x="1130593" y="1718033"/>
            <a:ext cx="1219200" cy="1123950"/>
          </a:xfrm>
        </p:spPr>
        <p:txBody>
          <a:bodyPr/>
          <a:lstStyle/>
          <a:p>
            <a:r>
              <a:rPr lang="de-DE">
                <a:solidFill>
                  <a:schemeClr val="accent2"/>
                </a:solidFill>
              </a:rPr>
              <a:t>04</a:t>
            </a:r>
            <a:endParaRPr lang="de-DE" dirty="0">
              <a:solidFill>
                <a:schemeClr val="accent2"/>
              </a:solidFill>
            </a:endParaRPr>
          </a:p>
        </p:txBody>
      </p:sp>
      <p:grpSp>
        <p:nvGrpSpPr>
          <p:cNvPr id="12" name="Grafik 83" descr="Rakete">
            <a:extLst>
              <a:ext uri="{FF2B5EF4-FFF2-40B4-BE49-F238E27FC236}">
                <a16:creationId xmlns:a16="http://schemas.microsoft.com/office/drawing/2014/main" id="{538B78E7-974A-4387-AB32-77B53CD37171}"/>
              </a:ext>
            </a:extLst>
          </p:cNvPr>
          <p:cNvGrpSpPr/>
          <p:nvPr/>
        </p:nvGrpSpPr>
        <p:grpSpPr>
          <a:xfrm>
            <a:off x="9201163" y="621763"/>
            <a:ext cx="2642225" cy="2642225"/>
            <a:chOff x="5744639" y="6089168"/>
            <a:chExt cx="555469" cy="555469"/>
          </a:xfrm>
          <a:solidFill>
            <a:schemeClr val="tx2"/>
          </a:solidFill>
        </p:grpSpPr>
        <p:sp>
          <p:nvSpPr>
            <p:cNvPr id="13" name="Freihandform: Form 237">
              <a:extLst>
                <a:ext uri="{FF2B5EF4-FFF2-40B4-BE49-F238E27FC236}">
                  <a16:creationId xmlns:a16="http://schemas.microsoft.com/office/drawing/2014/main" id="{923D2656-1EAB-4398-B4EA-CF70164A6EDD}"/>
                </a:ext>
              </a:extLst>
            </p:cNvPr>
            <p:cNvSpPr/>
            <p:nvPr/>
          </p:nvSpPr>
          <p:spPr>
            <a:xfrm>
              <a:off x="6149089" y="6134708"/>
              <a:ext cx="106153" cy="102005"/>
            </a:xfrm>
            <a:custGeom>
              <a:avLst/>
              <a:gdLst>
                <a:gd name="connsiteX0" fmla="*/ 103572 w 106153"/>
                <a:gd name="connsiteY0" fmla="*/ 3063 h 102005"/>
                <a:gd name="connsiteX1" fmla="*/ 0 w 106153"/>
                <a:gd name="connsiteY1" fmla="*/ 15793 h 102005"/>
                <a:gd name="connsiteX2" fmla="*/ 47446 w 106153"/>
                <a:gd name="connsiteY2" fmla="*/ 53402 h 102005"/>
                <a:gd name="connsiteX3" fmla="*/ 85635 w 106153"/>
                <a:gd name="connsiteY3" fmla="*/ 102006 h 102005"/>
                <a:gd name="connsiteX4" fmla="*/ 103572 w 106153"/>
                <a:gd name="connsiteY4" fmla="*/ 3063 h 102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53" h="102005">
                  <a:moveTo>
                    <a:pt x="103572" y="3063"/>
                  </a:moveTo>
                  <a:cubicBezTo>
                    <a:pt x="95471" y="-5038"/>
                    <a:pt x="43396" y="4220"/>
                    <a:pt x="0" y="15793"/>
                  </a:cubicBezTo>
                  <a:cubicBezTo>
                    <a:pt x="15623" y="25050"/>
                    <a:pt x="31824" y="37780"/>
                    <a:pt x="47446" y="53402"/>
                  </a:cubicBezTo>
                  <a:cubicBezTo>
                    <a:pt x="63647" y="69604"/>
                    <a:pt x="76377" y="85805"/>
                    <a:pt x="85635" y="102006"/>
                  </a:cubicBezTo>
                  <a:cubicBezTo>
                    <a:pt x="97207" y="57453"/>
                    <a:pt x="112251" y="11164"/>
                    <a:pt x="103572" y="3063"/>
                  </a:cubicBezTo>
                  <a:close/>
                </a:path>
              </a:pathLst>
            </a:custGeom>
            <a:grpFill/>
            <a:ln w="5755" cap="flat">
              <a:noFill/>
              <a:prstDash val="solid"/>
              <a:miter/>
            </a:ln>
          </p:spPr>
          <p:txBody>
            <a:bodyPr rtlCol="0" anchor="ctr"/>
            <a:lstStyle/>
            <a:p>
              <a:endParaRPr lang="de-DE"/>
            </a:p>
          </p:txBody>
        </p:sp>
        <p:sp>
          <p:nvSpPr>
            <p:cNvPr id="14" name="Freihandform: Form 238">
              <a:extLst>
                <a:ext uri="{FF2B5EF4-FFF2-40B4-BE49-F238E27FC236}">
                  <a16:creationId xmlns:a16="http://schemas.microsoft.com/office/drawing/2014/main" id="{5B478280-F68E-4276-B617-06B0B9A1F4FE}"/>
                </a:ext>
              </a:extLst>
            </p:cNvPr>
            <p:cNvSpPr/>
            <p:nvPr/>
          </p:nvSpPr>
          <p:spPr>
            <a:xfrm>
              <a:off x="5789231" y="6293780"/>
              <a:ext cx="141142" cy="134998"/>
            </a:xfrm>
            <a:custGeom>
              <a:avLst/>
              <a:gdLst>
                <a:gd name="connsiteX0" fmla="*/ 141143 w 141142"/>
                <a:gd name="connsiteY0" fmla="*/ 8896 h 134998"/>
                <a:gd name="connsiteX1" fmla="*/ 121470 w 141142"/>
                <a:gd name="connsiteY1" fmla="*/ 1374 h 134998"/>
                <a:gd name="connsiteX2" fmla="*/ 98325 w 141142"/>
                <a:gd name="connsiteY2" fmla="*/ 6003 h 134998"/>
                <a:gd name="connsiteX3" fmla="*/ 6326 w 141142"/>
                <a:gd name="connsiteY3" fmla="*/ 98003 h 134998"/>
                <a:gd name="connsiteX4" fmla="*/ 25999 w 141142"/>
                <a:gd name="connsiteY4" fmla="*/ 134455 h 134998"/>
                <a:gd name="connsiteX5" fmla="*/ 102954 w 141142"/>
                <a:gd name="connsiteY5" fmla="*/ 117097 h 134998"/>
                <a:gd name="connsiteX6" fmla="*/ 141143 w 141142"/>
                <a:gd name="connsiteY6" fmla="*/ 8896 h 13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142" h="134998">
                  <a:moveTo>
                    <a:pt x="141143" y="8896"/>
                  </a:moveTo>
                  <a:lnTo>
                    <a:pt x="121470" y="1374"/>
                  </a:lnTo>
                  <a:cubicBezTo>
                    <a:pt x="113369" y="-1519"/>
                    <a:pt x="104690" y="217"/>
                    <a:pt x="98325" y="6003"/>
                  </a:cubicBezTo>
                  <a:lnTo>
                    <a:pt x="6326" y="98003"/>
                  </a:lnTo>
                  <a:cubicBezTo>
                    <a:pt x="-8718" y="113047"/>
                    <a:pt x="5168" y="139084"/>
                    <a:pt x="25999" y="134455"/>
                  </a:cubicBezTo>
                  <a:lnTo>
                    <a:pt x="102954" y="117097"/>
                  </a:lnTo>
                  <a:cubicBezTo>
                    <a:pt x="109319" y="88166"/>
                    <a:pt x="119734" y="49399"/>
                    <a:pt x="141143" y="8896"/>
                  </a:cubicBezTo>
                  <a:close/>
                </a:path>
              </a:pathLst>
            </a:custGeom>
            <a:grpFill/>
            <a:ln w="5755" cap="flat">
              <a:noFill/>
              <a:prstDash val="solid"/>
              <a:miter/>
            </a:ln>
          </p:spPr>
          <p:txBody>
            <a:bodyPr rtlCol="0" anchor="ctr"/>
            <a:lstStyle/>
            <a:p>
              <a:endParaRPr lang="de-DE"/>
            </a:p>
          </p:txBody>
        </p:sp>
        <p:sp>
          <p:nvSpPr>
            <p:cNvPr id="15" name="Freihandform: Form 239">
              <a:extLst>
                <a:ext uri="{FF2B5EF4-FFF2-40B4-BE49-F238E27FC236}">
                  <a16:creationId xmlns:a16="http://schemas.microsoft.com/office/drawing/2014/main" id="{33178324-1981-4946-BB0C-F05CDE5C1380}"/>
                </a:ext>
              </a:extLst>
            </p:cNvPr>
            <p:cNvSpPr/>
            <p:nvPr/>
          </p:nvSpPr>
          <p:spPr>
            <a:xfrm>
              <a:off x="5959329" y="6453694"/>
              <a:ext cx="135266" cy="145447"/>
            </a:xfrm>
            <a:custGeom>
              <a:avLst/>
              <a:gdLst>
                <a:gd name="connsiteX0" fmla="*/ 124377 w 135266"/>
                <a:gd name="connsiteY0" fmla="*/ 0 h 145447"/>
                <a:gd name="connsiteX1" fmla="*/ 18491 w 135266"/>
                <a:gd name="connsiteY1" fmla="*/ 37031 h 145447"/>
                <a:gd name="connsiteX2" fmla="*/ 554 w 135266"/>
                <a:gd name="connsiteY2" fmla="*/ 119194 h 145447"/>
                <a:gd name="connsiteX3" fmla="*/ 37006 w 135266"/>
                <a:gd name="connsiteY3" fmla="*/ 138867 h 145447"/>
                <a:gd name="connsiteX4" fmla="*/ 129006 w 135266"/>
                <a:gd name="connsiteY4" fmla="*/ 46868 h 145447"/>
                <a:gd name="connsiteX5" fmla="*/ 133635 w 135266"/>
                <a:gd name="connsiteY5" fmla="*/ 23723 h 145447"/>
                <a:gd name="connsiteX6" fmla="*/ 124377 w 135266"/>
                <a:gd name="connsiteY6" fmla="*/ 0 h 145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266" h="145447">
                  <a:moveTo>
                    <a:pt x="124377" y="0"/>
                  </a:moveTo>
                  <a:cubicBezTo>
                    <a:pt x="85610" y="20251"/>
                    <a:pt x="48579" y="31245"/>
                    <a:pt x="18491" y="37031"/>
                  </a:cubicBezTo>
                  <a:lnTo>
                    <a:pt x="554" y="119194"/>
                  </a:lnTo>
                  <a:cubicBezTo>
                    <a:pt x="-4075" y="140024"/>
                    <a:pt x="21384" y="154490"/>
                    <a:pt x="37006" y="138867"/>
                  </a:cubicBezTo>
                  <a:lnTo>
                    <a:pt x="129006" y="46868"/>
                  </a:lnTo>
                  <a:cubicBezTo>
                    <a:pt x="134792" y="41082"/>
                    <a:pt x="137107" y="31824"/>
                    <a:pt x="133635" y="23723"/>
                  </a:cubicBezTo>
                  <a:lnTo>
                    <a:pt x="124377" y="0"/>
                  </a:lnTo>
                  <a:close/>
                </a:path>
              </a:pathLst>
            </a:custGeom>
            <a:grpFill/>
            <a:ln w="5755" cap="flat">
              <a:noFill/>
              <a:prstDash val="solid"/>
              <a:miter/>
            </a:ln>
          </p:spPr>
          <p:txBody>
            <a:bodyPr rtlCol="0" anchor="ctr"/>
            <a:lstStyle/>
            <a:p>
              <a:endParaRPr lang="de-DE"/>
            </a:p>
          </p:txBody>
        </p:sp>
        <p:sp>
          <p:nvSpPr>
            <p:cNvPr id="16" name="Freihandform: Form 240">
              <a:extLst>
                <a:ext uri="{FF2B5EF4-FFF2-40B4-BE49-F238E27FC236}">
                  <a16:creationId xmlns:a16="http://schemas.microsoft.com/office/drawing/2014/main" id="{DA728439-535B-4FD1-8C2A-205DA50924E2}"/>
                </a:ext>
              </a:extLst>
            </p:cNvPr>
            <p:cNvSpPr/>
            <p:nvPr/>
          </p:nvSpPr>
          <p:spPr>
            <a:xfrm>
              <a:off x="5912436" y="6160916"/>
              <a:ext cx="311294" cy="310715"/>
            </a:xfrm>
            <a:custGeom>
              <a:avLst/>
              <a:gdLst>
                <a:gd name="connsiteX0" fmla="*/ 205408 w 311294"/>
                <a:gd name="connsiteY0" fmla="*/ 0 h 310715"/>
                <a:gd name="connsiteX1" fmla="*/ 94893 w 311294"/>
                <a:gd name="connsiteY1" fmla="*/ 75220 h 310715"/>
                <a:gd name="connsiteX2" fmla="*/ 0 w 311294"/>
                <a:gd name="connsiteY2" fmla="*/ 274841 h 310715"/>
                <a:gd name="connsiteX3" fmla="*/ 35874 w 311294"/>
                <a:gd name="connsiteY3" fmla="*/ 310715 h 310715"/>
                <a:gd name="connsiteX4" fmla="*/ 236074 w 311294"/>
                <a:gd name="connsiteY4" fmla="*/ 216401 h 310715"/>
                <a:gd name="connsiteX5" fmla="*/ 311294 w 311294"/>
                <a:gd name="connsiteY5" fmla="*/ 106465 h 310715"/>
                <a:gd name="connsiteX6" fmla="*/ 267319 w 311294"/>
                <a:gd name="connsiteY6" fmla="*/ 42817 h 310715"/>
                <a:gd name="connsiteX7" fmla="*/ 205408 w 311294"/>
                <a:gd name="connsiteY7" fmla="*/ 0 h 310715"/>
                <a:gd name="connsiteX8" fmla="*/ 234917 w 311294"/>
                <a:gd name="connsiteY8" fmla="*/ 124981 h 310715"/>
                <a:gd name="connsiteX9" fmla="*/ 185735 w 311294"/>
                <a:gd name="connsiteY9" fmla="*/ 124981 h 310715"/>
                <a:gd name="connsiteX10" fmla="*/ 185735 w 311294"/>
                <a:gd name="connsiteY10" fmla="*/ 75798 h 310715"/>
                <a:gd name="connsiteX11" fmla="*/ 234917 w 311294"/>
                <a:gd name="connsiteY11" fmla="*/ 75798 h 310715"/>
                <a:gd name="connsiteX12" fmla="*/ 234917 w 311294"/>
                <a:gd name="connsiteY12" fmla="*/ 124981 h 31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294" h="310715">
                  <a:moveTo>
                    <a:pt x="205408" y="0"/>
                  </a:moveTo>
                  <a:cubicBezTo>
                    <a:pt x="171270" y="13887"/>
                    <a:pt x="132503" y="37610"/>
                    <a:pt x="94893" y="75220"/>
                  </a:cubicBezTo>
                  <a:cubicBezTo>
                    <a:pt x="26038" y="144075"/>
                    <a:pt x="5786" y="227395"/>
                    <a:pt x="0" y="274841"/>
                  </a:cubicBezTo>
                  <a:lnTo>
                    <a:pt x="35874" y="310715"/>
                  </a:lnTo>
                  <a:cubicBezTo>
                    <a:pt x="83320" y="304929"/>
                    <a:pt x="167219" y="285256"/>
                    <a:pt x="236074" y="216401"/>
                  </a:cubicBezTo>
                  <a:cubicBezTo>
                    <a:pt x="273684" y="178792"/>
                    <a:pt x="297407" y="140603"/>
                    <a:pt x="311294" y="106465"/>
                  </a:cubicBezTo>
                  <a:cubicBezTo>
                    <a:pt x="303772" y="87371"/>
                    <a:pt x="288728" y="64805"/>
                    <a:pt x="267319" y="42817"/>
                  </a:cubicBezTo>
                  <a:cubicBezTo>
                    <a:pt x="246489" y="22566"/>
                    <a:pt x="224502" y="7522"/>
                    <a:pt x="205408" y="0"/>
                  </a:cubicBezTo>
                  <a:close/>
                  <a:moveTo>
                    <a:pt x="234917" y="124981"/>
                  </a:moveTo>
                  <a:cubicBezTo>
                    <a:pt x="221609" y="138289"/>
                    <a:pt x="199622" y="138289"/>
                    <a:pt x="185735" y="124981"/>
                  </a:cubicBezTo>
                  <a:cubicBezTo>
                    <a:pt x="172427" y="111672"/>
                    <a:pt x="172427" y="89685"/>
                    <a:pt x="185735" y="75798"/>
                  </a:cubicBezTo>
                  <a:cubicBezTo>
                    <a:pt x="199043" y="62490"/>
                    <a:pt x="221030" y="62490"/>
                    <a:pt x="234917" y="75798"/>
                  </a:cubicBezTo>
                  <a:cubicBezTo>
                    <a:pt x="248225" y="89685"/>
                    <a:pt x="248225" y="111672"/>
                    <a:pt x="234917" y="124981"/>
                  </a:cubicBezTo>
                  <a:close/>
                </a:path>
              </a:pathLst>
            </a:custGeom>
            <a:grpFill/>
            <a:ln w="5755" cap="flat">
              <a:noFill/>
              <a:prstDash val="solid"/>
              <a:miter/>
            </a:ln>
          </p:spPr>
          <p:txBody>
            <a:bodyPr rtlCol="0" anchor="ctr"/>
            <a:lstStyle/>
            <a:p>
              <a:endParaRPr lang="de-DE"/>
            </a:p>
          </p:txBody>
        </p:sp>
        <p:sp>
          <p:nvSpPr>
            <p:cNvPr id="17" name="Freihandform: Form 241">
              <a:extLst>
                <a:ext uri="{FF2B5EF4-FFF2-40B4-BE49-F238E27FC236}">
                  <a16:creationId xmlns:a16="http://schemas.microsoft.com/office/drawing/2014/main" id="{67CA6BC5-ADFC-463B-A214-BA231E59E835}"/>
                </a:ext>
              </a:extLst>
            </p:cNvPr>
            <p:cNvSpPr/>
            <p:nvPr/>
          </p:nvSpPr>
          <p:spPr>
            <a:xfrm>
              <a:off x="5844286" y="6457370"/>
              <a:ext cx="82410" cy="82581"/>
            </a:xfrm>
            <a:custGeom>
              <a:avLst/>
              <a:gdLst>
                <a:gd name="connsiteX0" fmla="*/ 67572 w 82410"/>
                <a:gd name="connsiteY0" fmla="*/ 14839 h 82581"/>
                <a:gd name="connsiteX1" fmla="*/ 40377 w 82410"/>
                <a:gd name="connsiteY1" fmla="*/ 9053 h 82581"/>
                <a:gd name="connsiteX2" fmla="*/ 1610 w 82410"/>
                <a:gd name="connsiteY2" fmla="*/ 80801 h 82581"/>
                <a:gd name="connsiteX3" fmla="*/ 73358 w 82410"/>
                <a:gd name="connsiteY3" fmla="*/ 42034 h 82581"/>
                <a:gd name="connsiteX4" fmla="*/ 67572 w 82410"/>
                <a:gd name="connsiteY4" fmla="*/ 14839 h 82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10" h="82581">
                  <a:moveTo>
                    <a:pt x="67572" y="14839"/>
                  </a:moveTo>
                  <a:cubicBezTo>
                    <a:pt x="58314" y="5581"/>
                    <a:pt x="59471" y="-10041"/>
                    <a:pt x="40377" y="9053"/>
                  </a:cubicBezTo>
                  <a:cubicBezTo>
                    <a:pt x="21283" y="28147"/>
                    <a:pt x="-7069" y="71543"/>
                    <a:pt x="1610" y="80801"/>
                  </a:cubicBezTo>
                  <a:cubicBezTo>
                    <a:pt x="10868" y="90059"/>
                    <a:pt x="54264" y="61128"/>
                    <a:pt x="73358" y="42034"/>
                  </a:cubicBezTo>
                  <a:cubicBezTo>
                    <a:pt x="92452" y="22361"/>
                    <a:pt x="76830" y="23518"/>
                    <a:pt x="67572" y="14839"/>
                  </a:cubicBezTo>
                  <a:close/>
                </a:path>
              </a:pathLst>
            </a:custGeom>
            <a:grpFill/>
            <a:ln w="5755" cap="flat">
              <a:noFill/>
              <a:prstDash val="solid"/>
              <a:miter/>
            </a:ln>
          </p:spPr>
          <p:txBody>
            <a:bodyPr rtlCol="0" anchor="ctr"/>
            <a:lstStyle/>
            <a:p>
              <a:endParaRPr lang="de-DE"/>
            </a:p>
          </p:txBody>
        </p:sp>
      </p:grpSp>
      <p:sp>
        <p:nvSpPr>
          <p:cNvPr id="23" name="Fußzeilenplatzhalter 4">
            <a:extLst>
              <a:ext uri="{FF2B5EF4-FFF2-40B4-BE49-F238E27FC236}">
                <a16:creationId xmlns:a16="http://schemas.microsoft.com/office/drawing/2014/main" id="{A927FDF3-1339-4CE8-AC0D-7233A8241288}"/>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665081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Kaufkriterien</a:t>
            </a:r>
          </a:p>
        </p:txBody>
      </p:sp>
      <p:sp>
        <p:nvSpPr>
          <p:cNvPr id="3" name="Datumsplatzhalter 2"/>
          <p:cNvSpPr>
            <a:spLocks noGrp="1"/>
          </p:cNvSpPr>
          <p:nvPr>
            <p:ph type="dt" sz="half" idx="10"/>
          </p:nvPr>
        </p:nvSpPr>
        <p:spPr>
          <a:xfrm>
            <a:off x="3949046" y="6311900"/>
            <a:ext cx="1414806" cy="409575"/>
          </a:xfrm>
        </p:spPr>
        <p:txBody>
          <a:bodyPr/>
          <a:lstStyle/>
          <a:p>
            <a:fld id="{06EF5F64-3F83-404E-911C-52056E36637D}"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32</a:t>
            </a:fld>
            <a:endParaRPr lang="de-DE"/>
          </a:p>
        </p:txBody>
      </p:sp>
      <p:sp>
        <p:nvSpPr>
          <p:cNvPr id="13" name="Textplatzhalter 12"/>
          <p:cNvSpPr>
            <a:spLocks noGrp="1"/>
          </p:cNvSpPr>
          <p:nvPr>
            <p:ph type="body" sz="quarter" idx="14"/>
          </p:nvPr>
        </p:nvSpPr>
        <p:spPr>
          <a:xfrm>
            <a:off x="361949" y="1985963"/>
            <a:ext cx="11495753" cy="3602037"/>
          </a:xfrm>
        </p:spPr>
        <p:txBody>
          <a:bodyPr vert="horz" lIns="91440" tIns="45720" rIns="91440" bIns="45720" rtlCol="0" anchor="t">
            <a:normAutofit lnSpcReduction="10000"/>
          </a:bodyPr>
          <a:lstStyle/>
          <a:p>
            <a:pPr marL="0" indent="0">
              <a:buNone/>
            </a:pPr>
            <a:r>
              <a:rPr lang="de-DE" b="1" dirty="0"/>
              <a:t>Bauart </a:t>
            </a:r>
          </a:p>
          <a:p>
            <a:r>
              <a:rPr lang="de-DE" sz="2400" dirty="0"/>
              <a:t>Für </a:t>
            </a:r>
            <a:r>
              <a:rPr lang="de-DE" dirty="0"/>
              <a:t>zukünftige</a:t>
            </a:r>
            <a:r>
              <a:rPr lang="de-DE" sz="2400" dirty="0"/>
              <a:t> Wartungen an der USV sollte zunächst der Standort bestimmt </a:t>
            </a:r>
            <a:r>
              <a:rPr lang="de-DE" dirty="0"/>
              <a:t>werden</a:t>
            </a:r>
            <a:endParaRPr lang="de-DE" sz="2400" dirty="0">
              <a:cs typeface="Calibri"/>
            </a:endParaRPr>
          </a:p>
          <a:p>
            <a:r>
              <a:rPr lang="de-DE" dirty="0"/>
              <a:t>Und </a:t>
            </a:r>
            <a:r>
              <a:rPr lang="de-DE" sz="2400" dirty="0"/>
              <a:t>in Abhängigkeit davon die Bauweise</a:t>
            </a:r>
            <a:endParaRPr lang="de-DE" sz="2400" dirty="0">
              <a:cs typeface="Calibri"/>
            </a:endParaRPr>
          </a:p>
          <a:p>
            <a:endParaRPr lang="de-DE" dirty="0"/>
          </a:p>
          <a:p>
            <a:pPr marL="0" indent="0">
              <a:buNone/>
            </a:pPr>
            <a:r>
              <a:rPr lang="de-DE" b="1" dirty="0"/>
              <a:t>USV-Klasse</a:t>
            </a:r>
          </a:p>
          <a:p>
            <a:pPr marL="400050" indent="-342900"/>
            <a:r>
              <a:rPr lang="de-DE" sz="2400" dirty="0"/>
              <a:t>Für günstige, unempfindliche Geräte reichen USV der Klasse 3</a:t>
            </a:r>
            <a:endParaRPr lang="de-DE" sz="2400" dirty="0">
              <a:cs typeface="Calibri"/>
            </a:endParaRPr>
          </a:p>
          <a:p>
            <a:pPr marL="400050" indent="-342900"/>
            <a:r>
              <a:rPr lang="de-DE" sz="2400" dirty="0"/>
              <a:t>Wichtige PC-Systeme und Server sollten mit USV der Klasse 2 abgesichert werden</a:t>
            </a:r>
            <a:endParaRPr lang="de-DE" sz="2400" dirty="0">
              <a:cs typeface="Calibri"/>
            </a:endParaRPr>
          </a:p>
          <a:p>
            <a:pPr marL="400050" indent="-342900"/>
            <a:r>
              <a:rPr lang="de-DE" sz="2400" dirty="0"/>
              <a:t>Für kritische Geräte und Anwendungen kommen letztlich nur Klasse 1 USV in </a:t>
            </a:r>
            <a:r>
              <a:rPr lang="de-DE" dirty="0"/>
              <a:t>Betracht</a:t>
            </a:r>
            <a:endParaRPr lang="de-DE" sz="2400" dirty="0">
              <a:cs typeface="Calibri" panose="020F0502020204030204"/>
            </a:endParaRP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3464028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Kaufkriterien</a:t>
            </a:r>
          </a:p>
        </p:txBody>
      </p:sp>
      <p:sp>
        <p:nvSpPr>
          <p:cNvPr id="3" name="Datumsplatzhalter 2"/>
          <p:cNvSpPr>
            <a:spLocks noGrp="1"/>
          </p:cNvSpPr>
          <p:nvPr>
            <p:ph type="dt" sz="half" idx="10"/>
          </p:nvPr>
        </p:nvSpPr>
        <p:spPr>
          <a:xfrm>
            <a:off x="3949046" y="6311900"/>
            <a:ext cx="1414806" cy="409575"/>
          </a:xfrm>
        </p:spPr>
        <p:txBody>
          <a:bodyPr/>
          <a:lstStyle/>
          <a:p>
            <a:fld id="{951E5563-85E8-4EAC-A75C-1ECEEA417DBE}"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33</a:t>
            </a:fld>
            <a:endParaRPr lang="de-DE"/>
          </a:p>
        </p:txBody>
      </p:sp>
      <p:sp>
        <p:nvSpPr>
          <p:cNvPr id="13" name="Textplatzhalter 12"/>
          <p:cNvSpPr>
            <a:spLocks noGrp="1"/>
          </p:cNvSpPr>
          <p:nvPr>
            <p:ph type="body" sz="quarter" idx="14"/>
          </p:nvPr>
        </p:nvSpPr>
        <p:spPr>
          <a:xfrm>
            <a:off x="361949" y="1985963"/>
            <a:ext cx="11495753" cy="3602037"/>
          </a:xfrm>
        </p:spPr>
        <p:txBody>
          <a:bodyPr vert="horz" lIns="91440" tIns="45720" rIns="91440" bIns="45720" rtlCol="0" anchor="t">
            <a:normAutofit/>
          </a:bodyPr>
          <a:lstStyle/>
          <a:p>
            <a:pPr marL="0" indent="0">
              <a:buNone/>
            </a:pPr>
            <a:r>
              <a:rPr lang="de-DE" b="1" dirty="0"/>
              <a:t>Shutdown-Zeit</a:t>
            </a:r>
          </a:p>
          <a:p>
            <a:r>
              <a:rPr lang="de-DE" sz="2400" dirty="0"/>
              <a:t>Die Überbrückungszeit der USV muss für den benötigten Zeitraum ausgelegt sein</a:t>
            </a:r>
            <a:endParaRPr lang="de-DE" dirty="0"/>
          </a:p>
          <a:p>
            <a:pPr marL="0" indent="0">
              <a:buNone/>
            </a:pPr>
            <a:endParaRPr lang="de-DE" b="1" dirty="0"/>
          </a:p>
          <a:p>
            <a:pPr marL="0" indent="0">
              <a:buNone/>
            </a:pPr>
            <a:r>
              <a:rPr lang="de-DE" b="1" dirty="0"/>
              <a:t>Mindestleistung</a:t>
            </a:r>
          </a:p>
          <a:p>
            <a:r>
              <a:rPr lang="de-DE" dirty="0"/>
              <a:t>D</a:t>
            </a:r>
            <a:r>
              <a:rPr lang="de-DE" sz="2400" dirty="0"/>
              <a:t>er Energieverbrauch der Gesamtlast sollte bekannt sein</a:t>
            </a:r>
            <a:endParaRPr lang="de-DE" dirty="0">
              <a:cs typeface="Calibri"/>
            </a:endParaRPr>
          </a:p>
          <a:p>
            <a:r>
              <a:rPr lang="de-DE" sz="2400" dirty="0"/>
              <a:t>Zu diesen Wert</a:t>
            </a:r>
            <a:r>
              <a:rPr lang="de-DE" dirty="0"/>
              <a:t> fügt</a:t>
            </a:r>
            <a:r>
              <a:rPr lang="de-DE" sz="2400" dirty="0"/>
              <a:t> man noch etwa </a:t>
            </a:r>
            <a:r>
              <a:rPr lang="de-DE" sz="2400" i="1" dirty="0">
                <a:solidFill>
                  <a:schemeClr val="accent2"/>
                </a:solidFill>
              </a:rPr>
              <a:t>30%</a:t>
            </a:r>
            <a:r>
              <a:rPr lang="de-DE" sz="2400" dirty="0"/>
              <a:t> Reserve hinzu</a:t>
            </a:r>
            <a:endParaRPr lang="de-DE" sz="2400" dirty="0">
              <a:cs typeface="Calibri"/>
            </a:endParaRPr>
          </a:p>
          <a:p>
            <a:r>
              <a:rPr lang="de-DE" sz="2400" dirty="0"/>
              <a:t>eventuell nochmals bis zu </a:t>
            </a:r>
            <a:r>
              <a:rPr lang="de-DE" sz="2400" i="1" dirty="0">
                <a:solidFill>
                  <a:schemeClr val="accent2"/>
                </a:solidFill>
              </a:rPr>
              <a:t>25%</a:t>
            </a:r>
            <a:r>
              <a:rPr lang="de-DE" sz="2400" dirty="0"/>
              <a:t> Reserve für Systemerweiterungen</a:t>
            </a:r>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5672959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Kaufkriterien</a:t>
            </a:r>
          </a:p>
        </p:txBody>
      </p:sp>
      <p:sp>
        <p:nvSpPr>
          <p:cNvPr id="3" name="Datumsplatzhalter 2"/>
          <p:cNvSpPr>
            <a:spLocks noGrp="1"/>
          </p:cNvSpPr>
          <p:nvPr>
            <p:ph type="dt" sz="half" idx="10"/>
          </p:nvPr>
        </p:nvSpPr>
        <p:spPr>
          <a:xfrm>
            <a:off x="3949046" y="6311900"/>
            <a:ext cx="1414806" cy="409575"/>
          </a:xfrm>
        </p:spPr>
        <p:txBody>
          <a:bodyPr/>
          <a:lstStyle/>
          <a:p>
            <a:fld id="{DD2BA186-5A68-44C1-901D-344B3A33FA09}"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34</a:t>
            </a:fld>
            <a:endParaRPr lang="de-DE"/>
          </a:p>
        </p:txBody>
      </p:sp>
      <p:sp>
        <p:nvSpPr>
          <p:cNvPr id="13" name="Textplatzhalter 12"/>
          <p:cNvSpPr>
            <a:spLocks noGrp="1"/>
          </p:cNvSpPr>
          <p:nvPr>
            <p:ph type="body" sz="quarter" idx="14"/>
          </p:nvPr>
        </p:nvSpPr>
        <p:spPr>
          <a:xfrm>
            <a:off x="361949" y="1985963"/>
            <a:ext cx="7548162" cy="3602037"/>
          </a:xfrm>
        </p:spPr>
        <p:txBody>
          <a:bodyPr vert="horz" lIns="91440" tIns="45720" rIns="91440" bIns="45720" rtlCol="0" anchor="t">
            <a:normAutofit/>
          </a:bodyPr>
          <a:lstStyle/>
          <a:p>
            <a:pPr marL="0" indent="0">
              <a:buNone/>
            </a:pPr>
            <a:r>
              <a:rPr lang="de-DE" b="1" dirty="0"/>
              <a:t>Für die Dimensionierung von USV wird immer mit der Scheinleistung gerechnet</a:t>
            </a:r>
          </a:p>
          <a:p>
            <a:endParaRPr lang="de-DE" dirty="0"/>
          </a:p>
          <a:p>
            <a:r>
              <a:rPr lang="de-DE" sz="2400" dirty="0"/>
              <a:t>Diese wird näherungsweise aus der Wirkleistung (Nennleistung der Geräte), multipliziert mit </a:t>
            </a:r>
            <a:r>
              <a:rPr lang="de-DE" sz="2400" i="1" dirty="0">
                <a:solidFill>
                  <a:schemeClr val="accent2"/>
                </a:solidFill>
              </a:rPr>
              <a:t>1,55</a:t>
            </a:r>
            <a:r>
              <a:rPr lang="de-DE" sz="2400" dirty="0"/>
              <a:t> ermittelt</a:t>
            </a:r>
            <a:endParaRPr lang="de-DE" sz="2400" dirty="0">
              <a:cs typeface="Calibri"/>
            </a:endParaRPr>
          </a:p>
          <a:p>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pic>
        <p:nvPicPr>
          <p:cNvPr id="7" name="Grafik 6">
            <a:extLst>
              <a:ext uri="{FF2B5EF4-FFF2-40B4-BE49-F238E27FC236}">
                <a16:creationId xmlns:a16="http://schemas.microsoft.com/office/drawing/2014/main" id="{66F6DA63-3383-4F5F-999D-0645D3CF11F9}"/>
              </a:ext>
            </a:extLst>
          </p:cNvPr>
          <p:cNvPicPr>
            <a:picLocks noChangeAspect="1"/>
          </p:cNvPicPr>
          <p:nvPr/>
        </p:nvPicPr>
        <p:blipFill>
          <a:blip r:embed="rId3"/>
          <a:stretch>
            <a:fillRect/>
          </a:stretch>
        </p:blipFill>
        <p:spPr>
          <a:xfrm>
            <a:off x="8231019" y="1861584"/>
            <a:ext cx="3749707" cy="3726416"/>
          </a:xfrm>
          <a:prstGeom prst="rect">
            <a:avLst/>
          </a:prstGeom>
        </p:spPr>
      </p:pic>
    </p:spTree>
    <p:extLst>
      <p:ext uri="{BB962C8B-B14F-4D97-AF65-F5344CB8AC3E}">
        <p14:creationId xmlns:p14="http://schemas.microsoft.com/office/powerpoint/2010/main" val="467025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uppieren 17"/>
          <p:cNvGrpSpPr/>
          <p:nvPr/>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21" name="Grafik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Datumsplatzhalter 1"/>
          <p:cNvSpPr>
            <a:spLocks noGrp="1"/>
          </p:cNvSpPr>
          <p:nvPr>
            <p:ph type="dt" sz="half" idx="10"/>
          </p:nvPr>
        </p:nvSpPr>
        <p:spPr/>
        <p:txBody>
          <a:bodyPr/>
          <a:lstStyle/>
          <a:p>
            <a:fld id="{B2704690-0504-4A1F-858E-86DFA064B46E}" type="datetime1">
              <a:rPr lang="de-DE" smtClean="0"/>
              <a:t>12.02.2024</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35</a:t>
            </a:fld>
            <a:endParaRPr lang="de-DE"/>
          </a:p>
        </p:txBody>
      </p:sp>
      <p:sp>
        <p:nvSpPr>
          <p:cNvPr id="8" name="Textplatzhalter 7"/>
          <p:cNvSpPr>
            <a:spLocks noGrp="1"/>
          </p:cNvSpPr>
          <p:nvPr>
            <p:ph type="body" sz="quarter" idx="13"/>
          </p:nvPr>
        </p:nvSpPr>
        <p:spPr>
          <a:xfrm>
            <a:off x="2576068" y="1738699"/>
            <a:ext cx="5751512" cy="707704"/>
          </a:xfrm>
        </p:spPr>
        <p:txBody>
          <a:bodyPr>
            <a:normAutofit lnSpcReduction="10000"/>
          </a:bodyPr>
          <a:lstStyle/>
          <a:p>
            <a:r>
              <a:rPr lang="de-DE" b="1" dirty="0"/>
              <a:t>Berechnung</a:t>
            </a:r>
          </a:p>
        </p:txBody>
      </p:sp>
      <p:sp>
        <p:nvSpPr>
          <p:cNvPr id="9" name="Textplatzhalter 8"/>
          <p:cNvSpPr>
            <a:spLocks noGrp="1"/>
          </p:cNvSpPr>
          <p:nvPr>
            <p:ph type="body" sz="quarter" idx="14"/>
          </p:nvPr>
        </p:nvSpPr>
        <p:spPr>
          <a:xfrm>
            <a:off x="2576068" y="2345714"/>
            <a:ext cx="5751512" cy="711867"/>
          </a:xfrm>
        </p:spPr>
        <p:txBody>
          <a:bodyPr>
            <a:normAutofit/>
          </a:bodyPr>
          <a:lstStyle/>
          <a:p>
            <a:br>
              <a:rPr lang="de-DE" dirty="0"/>
            </a:br>
            <a:endParaRPr lang="de-DE" dirty="0"/>
          </a:p>
        </p:txBody>
      </p:sp>
      <p:sp>
        <p:nvSpPr>
          <p:cNvPr id="10" name="Textplatzhalter 9"/>
          <p:cNvSpPr>
            <a:spLocks noGrp="1"/>
          </p:cNvSpPr>
          <p:nvPr>
            <p:ph type="body" sz="quarter" idx="15"/>
          </p:nvPr>
        </p:nvSpPr>
        <p:spPr>
          <a:xfrm>
            <a:off x="1130593" y="1718033"/>
            <a:ext cx="1219200" cy="1123950"/>
          </a:xfrm>
        </p:spPr>
        <p:txBody>
          <a:bodyPr/>
          <a:lstStyle/>
          <a:p>
            <a:r>
              <a:rPr lang="de-DE" dirty="0">
                <a:solidFill>
                  <a:schemeClr val="accent2"/>
                </a:solidFill>
              </a:rPr>
              <a:t>05</a:t>
            </a:r>
          </a:p>
        </p:txBody>
      </p:sp>
      <p:grpSp>
        <p:nvGrpSpPr>
          <p:cNvPr id="12" name="Grafik 83" descr="Rakete">
            <a:extLst>
              <a:ext uri="{FF2B5EF4-FFF2-40B4-BE49-F238E27FC236}">
                <a16:creationId xmlns:a16="http://schemas.microsoft.com/office/drawing/2014/main" id="{538B78E7-974A-4387-AB32-77B53CD37171}"/>
              </a:ext>
            </a:extLst>
          </p:cNvPr>
          <p:cNvGrpSpPr/>
          <p:nvPr/>
        </p:nvGrpSpPr>
        <p:grpSpPr>
          <a:xfrm>
            <a:off x="9201163" y="621763"/>
            <a:ext cx="2642225" cy="2642225"/>
            <a:chOff x="5744639" y="6089168"/>
            <a:chExt cx="555469" cy="555469"/>
          </a:xfrm>
          <a:solidFill>
            <a:schemeClr val="tx2"/>
          </a:solidFill>
        </p:grpSpPr>
        <p:sp>
          <p:nvSpPr>
            <p:cNvPr id="13" name="Freihandform: Form 237">
              <a:extLst>
                <a:ext uri="{FF2B5EF4-FFF2-40B4-BE49-F238E27FC236}">
                  <a16:creationId xmlns:a16="http://schemas.microsoft.com/office/drawing/2014/main" id="{923D2656-1EAB-4398-B4EA-CF70164A6EDD}"/>
                </a:ext>
              </a:extLst>
            </p:cNvPr>
            <p:cNvSpPr/>
            <p:nvPr/>
          </p:nvSpPr>
          <p:spPr>
            <a:xfrm>
              <a:off x="6149089" y="6134708"/>
              <a:ext cx="106153" cy="102005"/>
            </a:xfrm>
            <a:custGeom>
              <a:avLst/>
              <a:gdLst>
                <a:gd name="connsiteX0" fmla="*/ 103572 w 106153"/>
                <a:gd name="connsiteY0" fmla="*/ 3063 h 102005"/>
                <a:gd name="connsiteX1" fmla="*/ 0 w 106153"/>
                <a:gd name="connsiteY1" fmla="*/ 15793 h 102005"/>
                <a:gd name="connsiteX2" fmla="*/ 47446 w 106153"/>
                <a:gd name="connsiteY2" fmla="*/ 53402 h 102005"/>
                <a:gd name="connsiteX3" fmla="*/ 85635 w 106153"/>
                <a:gd name="connsiteY3" fmla="*/ 102006 h 102005"/>
                <a:gd name="connsiteX4" fmla="*/ 103572 w 106153"/>
                <a:gd name="connsiteY4" fmla="*/ 3063 h 102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153" h="102005">
                  <a:moveTo>
                    <a:pt x="103572" y="3063"/>
                  </a:moveTo>
                  <a:cubicBezTo>
                    <a:pt x="95471" y="-5038"/>
                    <a:pt x="43396" y="4220"/>
                    <a:pt x="0" y="15793"/>
                  </a:cubicBezTo>
                  <a:cubicBezTo>
                    <a:pt x="15623" y="25050"/>
                    <a:pt x="31824" y="37780"/>
                    <a:pt x="47446" y="53402"/>
                  </a:cubicBezTo>
                  <a:cubicBezTo>
                    <a:pt x="63647" y="69604"/>
                    <a:pt x="76377" y="85805"/>
                    <a:pt x="85635" y="102006"/>
                  </a:cubicBezTo>
                  <a:cubicBezTo>
                    <a:pt x="97207" y="57453"/>
                    <a:pt x="112251" y="11164"/>
                    <a:pt x="103572" y="3063"/>
                  </a:cubicBezTo>
                  <a:close/>
                </a:path>
              </a:pathLst>
            </a:custGeom>
            <a:grpFill/>
            <a:ln w="5755" cap="flat">
              <a:noFill/>
              <a:prstDash val="solid"/>
              <a:miter/>
            </a:ln>
          </p:spPr>
          <p:txBody>
            <a:bodyPr rtlCol="0" anchor="ctr"/>
            <a:lstStyle/>
            <a:p>
              <a:endParaRPr lang="de-DE"/>
            </a:p>
          </p:txBody>
        </p:sp>
        <p:sp>
          <p:nvSpPr>
            <p:cNvPr id="14" name="Freihandform: Form 238">
              <a:extLst>
                <a:ext uri="{FF2B5EF4-FFF2-40B4-BE49-F238E27FC236}">
                  <a16:creationId xmlns:a16="http://schemas.microsoft.com/office/drawing/2014/main" id="{5B478280-F68E-4276-B617-06B0B9A1F4FE}"/>
                </a:ext>
              </a:extLst>
            </p:cNvPr>
            <p:cNvSpPr/>
            <p:nvPr/>
          </p:nvSpPr>
          <p:spPr>
            <a:xfrm>
              <a:off x="5789231" y="6293780"/>
              <a:ext cx="141142" cy="134998"/>
            </a:xfrm>
            <a:custGeom>
              <a:avLst/>
              <a:gdLst>
                <a:gd name="connsiteX0" fmla="*/ 141143 w 141142"/>
                <a:gd name="connsiteY0" fmla="*/ 8896 h 134998"/>
                <a:gd name="connsiteX1" fmla="*/ 121470 w 141142"/>
                <a:gd name="connsiteY1" fmla="*/ 1374 h 134998"/>
                <a:gd name="connsiteX2" fmla="*/ 98325 w 141142"/>
                <a:gd name="connsiteY2" fmla="*/ 6003 h 134998"/>
                <a:gd name="connsiteX3" fmla="*/ 6326 w 141142"/>
                <a:gd name="connsiteY3" fmla="*/ 98003 h 134998"/>
                <a:gd name="connsiteX4" fmla="*/ 25999 w 141142"/>
                <a:gd name="connsiteY4" fmla="*/ 134455 h 134998"/>
                <a:gd name="connsiteX5" fmla="*/ 102954 w 141142"/>
                <a:gd name="connsiteY5" fmla="*/ 117097 h 134998"/>
                <a:gd name="connsiteX6" fmla="*/ 141143 w 141142"/>
                <a:gd name="connsiteY6" fmla="*/ 8896 h 13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142" h="134998">
                  <a:moveTo>
                    <a:pt x="141143" y="8896"/>
                  </a:moveTo>
                  <a:lnTo>
                    <a:pt x="121470" y="1374"/>
                  </a:lnTo>
                  <a:cubicBezTo>
                    <a:pt x="113369" y="-1519"/>
                    <a:pt x="104690" y="217"/>
                    <a:pt x="98325" y="6003"/>
                  </a:cubicBezTo>
                  <a:lnTo>
                    <a:pt x="6326" y="98003"/>
                  </a:lnTo>
                  <a:cubicBezTo>
                    <a:pt x="-8718" y="113047"/>
                    <a:pt x="5168" y="139084"/>
                    <a:pt x="25999" y="134455"/>
                  </a:cubicBezTo>
                  <a:lnTo>
                    <a:pt x="102954" y="117097"/>
                  </a:lnTo>
                  <a:cubicBezTo>
                    <a:pt x="109319" y="88166"/>
                    <a:pt x="119734" y="49399"/>
                    <a:pt x="141143" y="8896"/>
                  </a:cubicBezTo>
                  <a:close/>
                </a:path>
              </a:pathLst>
            </a:custGeom>
            <a:grpFill/>
            <a:ln w="5755" cap="flat">
              <a:noFill/>
              <a:prstDash val="solid"/>
              <a:miter/>
            </a:ln>
          </p:spPr>
          <p:txBody>
            <a:bodyPr rtlCol="0" anchor="ctr"/>
            <a:lstStyle/>
            <a:p>
              <a:endParaRPr lang="de-DE"/>
            </a:p>
          </p:txBody>
        </p:sp>
        <p:sp>
          <p:nvSpPr>
            <p:cNvPr id="15" name="Freihandform: Form 239">
              <a:extLst>
                <a:ext uri="{FF2B5EF4-FFF2-40B4-BE49-F238E27FC236}">
                  <a16:creationId xmlns:a16="http://schemas.microsoft.com/office/drawing/2014/main" id="{33178324-1981-4946-BB0C-F05CDE5C1380}"/>
                </a:ext>
              </a:extLst>
            </p:cNvPr>
            <p:cNvSpPr/>
            <p:nvPr/>
          </p:nvSpPr>
          <p:spPr>
            <a:xfrm>
              <a:off x="5959329" y="6453694"/>
              <a:ext cx="135266" cy="145447"/>
            </a:xfrm>
            <a:custGeom>
              <a:avLst/>
              <a:gdLst>
                <a:gd name="connsiteX0" fmla="*/ 124377 w 135266"/>
                <a:gd name="connsiteY0" fmla="*/ 0 h 145447"/>
                <a:gd name="connsiteX1" fmla="*/ 18491 w 135266"/>
                <a:gd name="connsiteY1" fmla="*/ 37031 h 145447"/>
                <a:gd name="connsiteX2" fmla="*/ 554 w 135266"/>
                <a:gd name="connsiteY2" fmla="*/ 119194 h 145447"/>
                <a:gd name="connsiteX3" fmla="*/ 37006 w 135266"/>
                <a:gd name="connsiteY3" fmla="*/ 138867 h 145447"/>
                <a:gd name="connsiteX4" fmla="*/ 129006 w 135266"/>
                <a:gd name="connsiteY4" fmla="*/ 46868 h 145447"/>
                <a:gd name="connsiteX5" fmla="*/ 133635 w 135266"/>
                <a:gd name="connsiteY5" fmla="*/ 23723 h 145447"/>
                <a:gd name="connsiteX6" fmla="*/ 124377 w 135266"/>
                <a:gd name="connsiteY6" fmla="*/ 0 h 145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266" h="145447">
                  <a:moveTo>
                    <a:pt x="124377" y="0"/>
                  </a:moveTo>
                  <a:cubicBezTo>
                    <a:pt x="85610" y="20251"/>
                    <a:pt x="48579" y="31245"/>
                    <a:pt x="18491" y="37031"/>
                  </a:cubicBezTo>
                  <a:lnTo>
                    <a:pt x="554" y="119194"/>
                  </a:lnTo>
                  <a:cubicBezTo>
                    <a:pt x="-4075" y="140024"/>
                    <a:pt x="21384" y="154490"/>
                    <a:pt x="37006" y="138867"/>
                  </a:cubicBezTo>
                  <a:lnTo>
                    <a:pt x="129006" y="46868"/>
                  </a:lnTo>
                  <a:cubicBezTo>
                    <a:pt x="134792" y="41082"/>
                    <a:pt x="137107" y="31824"/>
                    <a:pt x="133635" y="23723"/>
                  </a:cubicBezTo>
                  <a:lnTo>
                    <a:pt x="124377" y="0"/>
                  </a:lnTo>
                  <a:close/>
                </a:path>
              </a:pathLst>
            </a:custGeom>
            <a:grpFill/>
            <a:ln w="5755" cap="flat">
              <a:noFill/>
              <a:prstDash val="solid"/>
              <a:miter/>
            </a:ln>
          </p:spPr>
          <p:txBody>
            <a:bodyPr rtlCol="0" anchor="ctr"/>
            <a:lstStyle/>
            <a:p>
              <a:endParaRPr lang="de-DE"/>
            </a:p>
          </p:txBody>
        </p:sp>
        <p:sp>
          <p:nvSpPr>
            <p:cNvPr id="16" name="Freihandform: Form 240">
              <a:extLst>
                <a:ext uri="{FF2B5EF4-FFF2-40B4-BE49-F238E27FC236}">
                  <a16:creationId xmlns:a16="http://schemas.microsoft.com/office/drawing/2014/main" id="{DA728439-535B-4FD1-8C2A-205DA50924E2}"/>
                </a:ext>
              </a:extLst>
            </p:cNvPr>
            <p:cNvSpPr/>
            <p:nvPr/>
          </p:nvSpPr>
          <p:spPr>
            <a:xfrm>
              <a:off x="5912436" y="6160916"/>
              <a:ext cx="311294" cy="310715"/>
            </a:xfrm>
            <a:custGeom>
              <a:avLst/>
              <a:gdLst>
                <a:gd name="connsiteX0" fmla="*/ 205408 w 311294"/>
                <a:gd name="connsiteY0" fmla="*/ 0 h 310715"/>
                <a:gd name="connsiteX1" fmla="*/ 94893 w 311294"/>
                <a:gd name="connsiteY1" fmla="*/ 75220 h 310715"/>
                <a:gd name="connsiteX2" fmla="*/ 0 w 311294"/>
                <a:gd name="connsiteY2" fmla="*/ 274841 h 310715"/>
                <a:gd name="connsiteX3" fmla="*/ 35874 w 311294"/>
                <a:gd name="connsiteY3" fmla="*/ 310715 h 310715"/>
                <a:gd name="connsiteX4" fmla="*/ 236074 w 311294"/>
                <a:gd name="connsiteY4" fmla="*/ 216401 h 310715"/>
                <a:gd name="connsiteX5" fmla="*/ 311294 w 311294"/>
                <a:gd name="connsiteY5" fmla="*/ 106465 h 310715"/>
                <a:gd name="connsiteX6" fmla="*/ 267319 w 311294"/>
                <a:gd name="connsiteY6" fmla="*/ 42817 h 310715"/>
                <a:gd name="connsiteX7" fmla="*/ 205408 w 311294"/>
                <a:gd name="connsiteY7" fmla="*/ 0 h 310715"/>
                <a:gd name="connsiteX8" fmla="*/ 234917 w 311294"/>
                <a:gd name="connsiteY8" fmla="*/ 124981 h 310715"/>
                <a:gd name="connsiteX9" fmla="*/ 185735 w 311294"/>
                <a:gd name="connsiteY9" fmla="*/ 124981 h 310715"/>
                <a:gd name="connsiteX10" fmla="*/ 185735 w 311294"/>
                <a:gd name="connsiteY10" fmla="*/ 75798 h 310715"/>
                <a:gd name="connsiteX11" fmla="*/ 234917 w 311294"/>
                <a:gd name="connsiteY11" fmla="*/ 75798 h 310715"/>
                <a:gd name="connsiteX12" fmla="*/ 234917 w 311294"/>
                <a:gd name="connsiteY12" fmla="*/ 124981 h 310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1294" h="310715">
                  <a:moveTo>
                    <a:pt x="205408" y="0"/>
                  </a:moveTo>
                  <a:cubicBezTo>
                    <a:pt x="171270" y="13887"/>
                    <a:pt x="132503" y="37610"/>
                    <a:pt x="94893" y="75220"/>
                  </a:cubicBezTo>
                  <a:cubicBezTo>
                    <a:pt x="26038" y="144075"/>
                    <a:pt x="5786" y="227395"/>
                    <a:pt x="0" y="274841"/>
                  </a:cubicBezTo>
                  <a:lnTo>
                    <a:pt x="35874" y="310715"/>
                  </a:lnTo>
                  <a:cubicBezTo>
                    <a:pt x="83320" y="304929"/>
                    <a:pt x="167219" y="285256"/>
                    <a:pt x="236074" y="216401"/>
                  </a:cubicBezTo>
                  <a:cubicBezTo>
                    <a:pt x="273684" y="178792"/>
                    <a:pt x="297407" y="140603"/>
                    <a:pt x="311294" y="106465"/>
                  </a:cubicBezTo>
                  <a:cubicBezTo>
                    <a:pt x="303772" y="87371"/>
                    <a:pt x="288728" y="64805"/>
                    <a:pt x="267319" y="42817"/>
                  </a:cubicBezTo>
                  <a:cubicBezTo>
                    <a:pt x="246489" y="22566"/>
                    <a:pt x="224502" y="7522"/>
                    <a:pt x="205408" y="0"/>
                  </a:cubicBezTo>
                  <a:close/>
                  <a:moveTo>
                    <a:pt x="234917" y="124981"/>
                  </a:moveTo>
                  <a:cubicBezTo>
                    <a:pt x="221609" y="138289"/>
                    <a:pt x="199622" y="138289"/>
                    <a:pt x="185735" y="124981"/>
                  </a:cubicBezTo>
                  <a:cubicBezTo>
                    <a:pt x="172427" y="111672"/>
                    <a:pt x="172427" y="89685"/>
                    <a:pt x="185735" y="75798"/>
                  </a:cubicBezTo>
                  <a:cubicBezTo>
                    <a:pt x="199043" y="62490"/>
                    <a:pt x="221030" y="62490"/>
                    <a:pt x="234917" y="75798"/>
                  </a:cubicBezTo>
                  <a:cubicBezTo>
                    <a:pt x="248225" y="89685"/>
                    <a:pt x="248225" y="111672"/>
                    <a:pt x="234917" y="124981"/>
                  </a:cubicBezTo>
                  <a:close/>
                </a:path>
              </a:pathLst>
            </a:custGeom>
            <a:grpFill/>
            <a:ln w="5755" cap="flat">
              <a:noFill/>
              <a:prstDash val="solid"/>
              <a:miter/>
            </a:ln>
          </p:spPr>
          <p:txBody>
            <a:bodyPr rtlCol="0" anchor="ctr"/>
            <a:lstStyle/>
            <a:p>
              <a:endParaRPr lang="de-DE"/>
            </a:p>
          </p:txBody>
        </p:sp>
        <p:sp>
          <p:nvSpPr>
            <p:cNvPr id="17" name="Freihandform: Form 241">
              <a:extLst>
                <a:ext uri="{FF2B5EF4-FFF2-40B4-BE49-F238E27FC236}">
                  <a16:creationId xmlns:a16="http://schemas.microsoft.com/office/drawing/2014/main" id="{67CA6BC5-ADFC-463B-A214-BA231E59E835}"/>
                </a:ext>
              </a:extLst>
            </p:cNvPr>
            <p:cNvSpPr/>
            <p:nvPr/>
          </p:nvSpPr>
          <p:spPr>
            <a:xfrm>
              <a:off x="5844286" y="6457370"/>
              <a:ext cx="82410" cy="82581"/>
            </a:xfrm>
            <a:custGeom>
              <a:avLst/>
              <a:gdLst>
                <a:gd name="connsiteX0" fmla="*/ 67572 w 82410"/>
                <a:gd name="connsiteY0" fmla="*/ 14839 h 82581"/>
                <a:gd name="connsiteX1" fmla="*/ 40377 w 82410"/>
                <a:gd name="connsiteY1" fmla="*/ 9053 h 82581"/>
                <a:gd name="connsiteX2" fmla="*/ 1610 w 82410"/>
                <a:gd name="connsiteY2" fmla="*/ 80801 h 82581"/>
                <a:gd name="connsiteX3" fmla="*/ 73358 w 82410"/>
                <a:gd name="connsiteY3" fmla="*/ 42034 h 82581"/>
                <a:gd name="connsiteX4" fmla="*/ 67572 w 82410"/>
                <a:gd name="connsiteY4" fmla="*/ 14839 h 82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410" h="82581">
                  <a:moveTo>
                    <a:pt x="67572" y="14839"/>
                  </a:moveTo>
                  <a:cubicBezTo>
                    <a:pt x="58314" y="5581"/>
                    <a:pt x="59471" y="-10041"/>
                    <a:pt x="40377" y="9053"/>
                  </a:cubicBezTo>
                  <a:cubicBezTo>
                    <a:pt x="21283" y="28147"/>
                    <a:pt x="-7069" y="71543"/>
                    <a:pt x="1610" y="80801"/>
                  </a:cubicBezTo>
                  <a:cubicBezTo>
                    <a:pt x="10868" y="90059"/>
                    <a:pt x="54264" y="61128"/>
                    <a:pt x="73358" y="42034"/>
                  </a:cubicBezTo>
                  <a:cubicBezTo>
                    <a:pt x="92452" y="22361"/>
                    <a:pt x="76830" y="23518"/>
                    <a:pt x="67572" y="14839"/>
                  </a:cubicBezTo>
                  <a:close/>
                </a:path>
              </a:pathLst>
            </a:custGeom>
            <a:grpFill/>
            <a:ln w="5755" cap="flat">
              <a:noFill/>
              <a:prstDash val="solid"/>
              <a:miter/>
            </a:ln>
          </p:spPr>
          <p:txBody>
            <a:bodyPr rtlCol="0" anchor="ctr"/>
            <a:lstStyle/>
            <a:p>
              <a:endParaRPr lang="de-DE"/>
            </a:p>
          </p:txBody>
        </p:sp>
      </p:grpSp>
      <p:sp>
        <p:nvSpPr>
          <p:cNvPr id="23" name="Fußzeilenplatzhalter 4">
            <a:extLst>
              <a:ext uri="{FF2B5EF4-FFF2-40B4-BE49-F238E27FC236}">
                <a16:creationId xmlns:a16="http://schemas.microsoft.com/office/drawing/2014/main" id="{A927FDF3-1339-4CE8-AC0D-7233A8241288}"/>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4812685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Berechnung</a:t>
            </a:r>
          </a:p>
        </p:txBody>
      </p:sp>
      <p:sp>
        <p:nvSpPr>
          <p:cNvPr id="3" name="Datumsplatzhalter 2"/>
          <p:cNvSpPr>
            <a:spLocks noGrp="1"/>
          </p:cNvSpPr>
          <p:nvPr>
            <p:ph type="dt" sz="half" idx="10"/>
          </p:nvPr>
        </p:nvSpPr>
        <p:spPr>
          <a:xfrm>
            <a:off x="3949046" y="6311900"/>
            <a:ext cx="1414806" cy="409575"/>
          </a:xfrm>
        </p:spPr>
        <p:txBody>
          <a:bodyPr/>
          <a:lstStyle/>
          <a:p>
            <a:fld id="{FEFAF05D-6A9C-423A-9FAD-52183DBE67FC}"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36</a:t>
            </a:fld>
            <a:endParaRPr lang="de-DE"/>
          </a:p>
        </p:txBody>
      </p:sp>
      <p:sp>
        <p:nvSpPr>
          <p:cNvPr id="13" name="Textplatzhalter 12"/>
          <p:cNvSpPr>
            <a:spLocks noGrp="1"/>
          </p:cNvSpPr>
          <p:nvPr>
            <p:ph type="body" sz="quarter" idx="14"/>
          </p:nvPr>
        </p:nvSpPr>
        <p:spPr>
          <a:xfrm>
            <a:off x="361948" y="1985963"/>
            <a:ext cx="9471071" cy="3602037"/>
          </a:xfrm>
        </p:spPr>
        <p:txBody>
          <a:bodyPr vert="horz" lIns="91440" tIns="45720" rIns="91440" bIns="45720" rtlCol="0" anchor="t">
            <a:normAutofit/>
          </a:bodyPr>
          <a:lstStyle/>
          <a:p>
            <a:pPr marL="0" indent="0">
              <a:buNone/>
            </a:pPr>
            <a:r>
              <a:rPr lang="de-DE" b="1" dirty="0"/>
              <a:t>Es gibt im Standardfall drei relevante Größen für die Berechnung der Scheinleistung in VA</a:t>
            </a:r>
          </a:p>
          <a:p>
            <a:endParaRPr lang="de-DE" dirty="0"/>
          </a:p>
          <a:p>
            <a:r>
              <a:rPr lang="de-DE" sz="2400" dirty="0"/>
              <a:t>Gesamtleistung der Geräte (Wirkleistung</a:t>
            </a:r>
            <a:r>
              <a:rPr lang="de-DE" dirty="0"/>
              <a:t>)</a:t>
            </a:r>
            <a:endParaRPr lang="de-DE" sz="2400" dirty="0"/>
          </a:p>
          <a:p>
            <a:r>
              <a:rPr lang="de-DE" dirty="0"/>
              <a:t>Faktor zur Reserve (z.B. </a:t>
            </a:r>
            <a:r>
              <a:rPr lang="de-DE" dirty="0">
                <a:solidFill>
                  <a:srgbClr val="FF0000"/>
                </a:solidFill>
              </a:rPr>
              <a:t>30 %</a:t>
            </a:r>
            <a:r>
              <a:rPr lang="de-DE" dirty="0"/>
              <a:t>)</a:t>
            </a:r>
          </a:p>
          <a:p>
            <a:r>
              <a:rPr lang="de-DE" sz="2400" dirty="0"/>
              <a:t>Faktor zur Berechnung der Scheinleistung (z.B. </a:t>
            </a:r>
            <a:r>
              <a:rPr lang="de-DE" sz="2400" dirty="0">
                <a:solidFill>
                  <a:srgbClr val="FF0000"/>
                </a:solidFill>
              </a:rPr>
              <a:t>55%</a:t>
            </a:r>
            <a:r>
              <a:rPr lang="de-DE" sz="2400" dirty="0"/>
              <a:t> -&gt; </a:t>
            </a:r>
            <a:r>
              <a:rPr lang="de-DE" sz="2400" dirty="0">
                <a:solidFill>
                  <a:srgbClr val="FF0000"/>
                </a:solidFill>
              </a:rPr>
              <a:t>Faktor </a:t>
            </a:r>
            <a:r>
              <a:rPr lang="de-DE" dirty="0">
                <a:solidFill>
                  <a:srgbClr val="FF0000"/>
                </a:solidFill>
              </a:rPr>
              <a:t>1,55</a:t>
            </a:r>
            <a:r>
              <a:rPr lang="de-DE" sz="2400" dirty="0"/>
              <a:t>)</a:t>
            </a:r>
          </a:p>
          <a:p>
            <a:pPr marL="0" indent="0">
              <a:buNone/>
            </a:pPr>
            <a:endParaRPr lang="de-DE" dirty="0"/>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283928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Berechnung</a:t>
            </a:r>
          </a:p>
        </p:txBody>
      </p:sp>
      <p:sp>
        <p:nvSpPr>
          <p:cNvPr id="3" name="Datumsplatzhalter 2"/>
          <p:cNvSpPr>
            <a:spLocks noGrp="1"/>
          </p:cNvSpPr>
          <p:nvPr>
            <p:ph type="dt" sz="half" idx="10"/>
          </p:nvPr>
        </p:nvSpPr>
        <p:spPr>
          <a:xfrm>
            <a:off x="3949046" y="6311900"/>
            <a:ext cx="1414806" cy="409575"/>
          </a:xfrm>
        </p:spPr>
        <p:txBody>
          <a:bodyPr/>
          <a:lstStyle/>
          <a:p>
            <a:fld id="{70D0F82E-1095-4488-AB65-5F18D1318993}"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37</a:t>
            </a:fld>
            <a:endParaRPr lang="de-DE"/>
          </a:p>
        </p:txBody>
      </p:sp>
      <p:sp>
        <p:nvSpPr>
          <p:cNvPr id="13" name="Textplatzhalter 12"/>
          <p:cNvSpPr>
            <a:spLocks noGrp="1"/>
          </p:cNvSpPr>
          <p:nvPr>
            <p:ph type="body" sz="quarter" idx="14"/>
          </p:nvPr>
        </p:nvSpPr>
        <p:spPr>
          <a:xfrm>
            <a:off x="361948" y="1985963"/>
            <a:ext cx="9471071" cy="3602037"/>
          </a:xfrm>
        </p:spPr>
        <p:txBody>
          <a:bodyPr vert="horz" lIns="91440" tIns="45720" rIns="91440" bIns="45720" rtlCol="0" anchor="t">
            <a:normAutofit lnSpcReduction="10000"/>
          </a:bodyPr>
          <a:lstStyle/>
          <a:p>
            <a:pPr marL="0" indent="0">
              <a:buNone/>
            </a:pPr>
            <a:r>
              <a:rPr lang="de-DE" b="1" dirty="0"/>
              <a:t>Die Berechnung mithilfe dieser Größen erfolgt folgendermaßen:</a:t>
            </a:r>
          </a:p>
          <a:p>
            <a:pPr marL="0" indent="0">
              <a:buNone/>
            </a:pPr>
            <a:r>
              <a:rPr lang="de-DE" dirty="0"/>
              <a:t>(Wirkleistung / (100-</a:t>
            </a:r>
            <a:r>
              <a:rPr lang="de-DE" dirty="0">
                <a:solidFill>
                  <a:srgbClr val="FF0000"/>
                </a:solidFill>
              </a:rPr>
              <a:t>Reserve</a:t>
            </a:r>
            <a:r>
              <a:rPr lang="de-DE" dirty="0"/>
              <a:t>) * 100) * </a:t>
            </a:r>
            <a:r>
              <a:rPr lang="de-DE" dirty="0">
                <a:solidFill>
                  <a:srgbClr val="FF0000"/>
                </a:solidFill>
              </a:rPr>
              <a:t>Scheinleistungsfaktor</a:t>
            </a:r>
            <a:r>
              <a:rPr lang="de-DE" dirty="0"/>
              <a:t>  </a:t>
            </a:r>
          </a:p>
          <a:p>
            <a:pPr marL="0" indent="0">
              <a:buNone/>
            </a:pPr>
            <a:endParaRPr lang="de-DE" dirty="0"/>
          </a:p>
          <a:p>
            <a:pPr marL="0" indent="0">
              <a:buNone/>
            </a:pPr>
            <a:r>
              <a:rPr lang="de-DE" dirty="0"/>
              <a:t>Bsp.: 750 W Server mit </a:t>
            </a:r>
            <a:r>
              <a:rPr lang="de-DE" dirty="0">
                <a:solidFill>
                  <a:srgbClr val="FF0000"/>
                </a:solidFill>
              </a:rPr>
              <a:t>30% </a:t>
            </a:r>
            <a:r>
              <a:rPr lang="de-DE" dirty="0"/>
              <a:t>Reserve und Scheinleistungsfaktor von </a:t>
            </a:r>
            <a:r>
              <a:rPr lang="de-DE" dirty="0">
                <a:solidFill>
                  <a:srgbClr val="FF0000"/>
                </a:solidFill>
              </a:rPr>
              <a:t>1.55</a:t>
            </a:r>
            <a:r>
              <a:rPr lang="de-DE" dirty="0">
                <a:solidFill>
                  <a:srgbClr val="2682FF"/>
                </a:solidFill>
              </a:rPr>
              <a:t>:</a:t>
            </a:r>
          </a:p>
          <a:p>
            <a:pPr marL="0" indent="0">
              <a:buNone/>
            </a:pPr>
            <a:r>
              <a:rPr lang="de-DE" dirty="0"/>
              <a:t>(750 W / (100-</a:t>
            </a:r>
            <a:r>
              <a:rPr lang="de-DE" dirty="0">
                <a:solidFill>
                  <a:srgbClr val="FF0000"/>
                </a:solidFill>
              </a:rPr>
              <a:t>30</a:t>
            </a:r>
            <a:r>
              <a:rPr lang="de-DE" dirty="0"/>
              <a:t>) * 100) * </a:t>
            </a:r>
            <a:r>
              <a:rPr lang="de-DE" dirty="0">
                <a:solidFill>
                  <a:srgbClr val="FF0000"/>
                </a:solidFill>
              </a:rPr>
              <a:t>1,55</a:t>
            </a:r>
          </a:p>
          <a:p>
            <a:pPr marL="0" indent="0">
              <a:buNone/>
            </a:pPr>
            <a:r>
              <a:rPr lang="de-DE" dirty="0"/>
              <a:t>(750 W / 70 * 100) * </a:t>
            </a:r>
            <a:r>
              <a:rPr lang="de-DE" dirty="0">
                <a:solidFill>
                  <a:srgbClr val="FF0000"/>
                </a:solidFill>
              </a:rPr>
              <a:t>1,55</a:t>
            </a:r>
          </a:p>
          <a:p>
            <a:pPr marL="0" indent="0">
              <a:buNone/>
            </a:pPr>
            <a:r>
              <a:rPr lang="de-DE" dirty="0"/>
              <a:t>1.071,43 W * </a:t>
            </a:r>
            <a:r>
              <a:rPr lang="de-DE" dirty="0">
                <a:solidFill>
                  <a:srgbClr val="FF0000"/>
                </a:solidFill>
              </a:rPr>
              <a:t>1,55 (Scheinleistung)</a:t>
            </a:r>
          </a:p>
          <a:p>
            <a:pPr marL="0" indent="0">
              <a:buNone/>
            </a:pPr>
            <a:r>
              <a:rPr lang="de-DE" u="sng" dirty="0"/>
              <a:t>1660,71 VA</a:t>
            </a:r>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11924325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362422" y="550865"/>
            <a:ext cx="7181378" cy="720725"/>
          </a:xfrm>
        </p:spPr>
        <p:txBody>
          <a:bodyPr>
            <a:normAutofit/>
          </a:bodyPr>
          <a:lstStyle/>
          <a:p>
            <a:r>
              <a:rPr lang="de-DE" dirty="0"/>
              <a:t>USV - Berechnung</a:t>
            </a:r>
          </a:p>
        </p:txBody>
      </p:sp>
      <p:sp>
        <p:nvSpPr>
          <p:cNvPr id="3" name="Datumsplatzhalter 2"/>
          <p:cNvSpPr>
            <a:spLocks noGrp="1"/>
          </p:cNvSpPr>
          <p:nvPr>
            <p:ph type="dt" sz="half" idx="10"/>
          </p:nvPr>
        </p:nvSpPr>
        <p:spPr>
          <a:xfrm>
            <a:off x="3949046" y="6311900"/>
            <a:ext cx="1414806" cy="409575"/>
          </a:xfrm>
        </p:spPr>
        <p:txBody>
          <a:bodyPr/>
          <a:lstStyle/>
          <a:p>
            <a:fld id="{14F9118F-A7E9-4626-91EF-6380EEC2D621}" type="datetime1">
              <a:rPr lang="de-DE" smtClean="0"/>
              <a:t>12.02.2024</a:t>
            </a:fld>
            <a:endParaRPr lang="de-DE"/>
          </a:p>
        </p:txBody>
      </p:sp>
      <p:sp>
        <p:nvSpPr>
          <p:cNvPr id="5" name="Foliennummernplatzhalter 4"/>
          <p:cNvSpPr>
            <a:spLocks noGrp="1"/>
          </p:cNvSpPr>
          <p:nvPr>
            <p:ph type="sldNum" sz="quarter" idx="12"/>
          </p:nvPr>
        </p:nvSpPr>
        <p:spPr>
          <a:xfrm>
            <a:off x="9690754" y="6311900"/>
            <a:ext cx="1663045" cy="409575"/>
          </a:xfrm>
        </p:spPr>
        <p:txBody>
          <a:bodyPr/>
          <a:lstStyle/>
          <a:p>
            <a:fld id="{220551C3-A462-45EE-8D4B-53AADAADD6D4}" type="slidenum">
              <a:rPr lang="de-DE" smtClean="0"/>
              <a:pPr/>
              <a:t>38</a:t>
            </a:fld>
            <a:endParaRPr lang="de-DE"/>
          </a:p>
        </p:txBody>
      </p:sp>
      <p:sp>
        <p:nvSpPr>
          <p:cNvPr id="13" name="Textplatzhalter 12"/>
          <p:cNvSpPr>
            <a:spLocks noGrp="1"/>
          </p:cNvSpPr>
          <p:nvPr>
            <p:ph type="body" sz="quarter" idx="14"/>
          </p:nvPr>
        </p:nvSpPr>
        <p:spPr>
          <a:xfrm>
            <a:off x="361948" y="1985963"/>
            <a:ext cx="9471071" cy="3602037"/>
          </a:xfrm>
        </p:spPr>
        <p:txBody>
          <a:bodyPr vert="horz" lIns="91440" tIns="45720" rIns="91440" bIns="45720" rtlCol="0" anchor="t">
            <a:normAutofit fontScale="70000" lnSpcReduction="20000"/>
          </a:bodyPr>
          <a:lstStyle/>
          <a:p>
            <a:pPr marL="0" indent="0">
              <a:buNone/>
            </a:pPr>
            <a:r>
              <a:rPr lang="de-DE" sz="2600" b="1" dirty="0"/>
              <a:t>Warum können wir die Reserve nicht einfach aufschlagen? Also Wirkleistung *1,3 rechnen?</a:t>
            </a:r>
          </a:p>
          <a:p>
            <a:pPr marL="0" indent="0">
              <a:buNone/>
            </a:pPr>
            <a:endParaRPr lang="de-DE" dirty="0"/>
          </a:p>
          <a:p>
            <a:pPr marL="0" indent="0">
              <a:buNone/>
            </a:pPr>
            <a:r>
              <a:rPr lang="de-DE" dirty="0"/>
              <a:t>Ein Beispiel:</a:t>
            </a:r>
          </a:p>
          <a:p>
            <a:pPr marL="0" indent="0">
              <a:buNone/>
            </a:pPr>
            <a:r>
              <a:rPr lang="de-DE" dirty="0"/>
              <a:t>1000 m Kabel müssen verlegt werden. Aufgrund von Verschnitt benötigen wir aber mehr als 1000 m. Wir wissen, dass wir in etwa 30 % Verschnitt einberechnen sollen, da dies ein gängiger Richtwert ist.</a:t>
            </a:r>
          </a:p>
          <a:p>
            <a:pPr marL="0" indent="0">
              <a:buNone/>
            </a:pPr>
            <a:endParaRPr lang="de-DE" dirty="0"/>
          </a:p>
          <a:p>
            <a:pPr marL="0" indent="0">
              <a:buNone/>
            </a:pPr>
            <a:r>
              <a:rPr lang="de-DE" dirty="0"/>
              <a:t>Also 1000 m *1,3 = 1300m Kabel?</a:t>
            </a:r>
          </a:p>
          <a:p>
            <a:pPr marL="0" indent="0">
              <a:buNone/>
            </a:pPr>
            <a:r>
              <a:rPr lang="de-DE" b="1" dirty="0"/>
              <a:t>Wir brauchen, wenn wir vom Ergebnis 30 % Kabel abziehen, immer noch 1000 m Kabel die wir verlegen können.</a:t>
            </a:r>
            <a:r>
              <a:rPr lang="de-DE" dirty="0"/>
              <a:t> Wir haben aber nur: 1300 m Kabel *0,7 = 910 m Kabel.</a:t>
            </a:r>
          </a:p>
          <a:p>
            <a:pPr marL="0" indent="0">
              <a:buNone/>
            </a:pPr>
            <a:endParaRPr lang="de-DE" dirty="0"/>
          </a:p>
          <a:p>
            <a:pPr marL="0" indent="0">
              <a:buNone/>
            </a:pPr>
            <a:r>
              <a:rPr lang="de-DE" dirty="0"/>
              <a:t>Haben wir 1428,57 m Kabel und ziehen davon 30 % ab (vorherige Rechnung) bleiben uns noch 1000 m.</a:t>
            </a:r>
          </a:p>
        </p:txBody>
      </p:sp>
      <p:sp>
        <p:nvSpPr>
          <p:cNvPr id="8" name="Fußzeilenplatzhalter 4">
            <a:extLst>
              <a:ext uri="{FF2B5EF4-FFF2-40B4-BE49-F238E27FC236}">
                <a16:creationId xmlns:a16="http://schemas.microsoft.com/office/drawing/2014/main" id="{40EABAF9-AFBD-45F0-A303-28005BECD7D3}"/>
              </a:ext>
            </a:extLst>
          </p:cNvPr>
          <p:cNvSpPr>
            <a:spLocks noGrp="1"/>
          </p:cNvSpPr>
          <p:nvPr>
            <p:ph type="ftr" sz="quarter" idx="3"/>
          </p:nvPr>
        </p:nvSpPr>
        <p:spPr>
          <a:xfrm>
            <a:off x="5363852" y="6311900"/>
            <a:ext cx="4326902" cy="409575"/>
          </a:xfr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33155371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A1BAEA3F-7720-493D-AF81-5AB73002C3CE}" type="datetime1">
              <a:rPr lang="de-DE" smtClean="0"/>
              <a:t>12.02.2024</a:t>
            </a:fld>
            <a:endParaRPr lang="de-DE"/>
          </a:p>
        </p:txBody>
      </p:sp>
      <p:sp>
        <p:nvSpPr>
          <p:cNvPr id="4" name="Foliennummernplatzhalter 3"/>
          <p:cNvSpPr>
            <a:spLocks noGrp="1"/>
          </p:cNvSpPr>
          <p:nvPr>
            <p:ph type="sldNum" sz="quarter" idx="12"/>
          </p:nvPr>
        </p:nvSpPr>
        <p:spPr/>
        <p:txBody>
          <a:bodyPr/>
          <a:lstStyle/>
          <a:p>
            <a:fld id="{220551C3-A462-45EE-8D4B-53AADAADD6D4}" type="slidenum">
              <a:rPr lang="de-DE" smtClean="0"/>
              <a:t>39</a:t>
            </a:fld>
            <a:endParaRPr lang="de-DE"/>
          </a:p>
        </p:txBody>
      </p:sp>
      <p:sp>
        <p:nvSpPr>
          <p:cNvPr id="7" name="Textplatzhalter 6"/>
          <p:cNvSpPr>
            <a:spLocks noGrp="1"/>
          </p:cNvSpPr>
          <p:nvPr>
            <p:ph type="body" sz="quarter" idx="13"/>
          </p:nvPr>
        </p:nvSpPr>
        <p:spPr/>
        <p:txBody>
          <a:bodyPr/>
          <a:lstStyle/>
          <a:p>
            <a:r>
              <a:rPr lang="de-DE" dirty="0"/>
              <a:t>VIELEN DANK!</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endParaRPr lang="de-DE"/>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endParaRPr lang="de-DE"/>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endParaRPr lang="de-DE"/>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endParaRPr lang="de-DE"/>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endParaRPr lang="de-DE"/>
            </a:p>
          </p:txBody>
        </p:sp>
      </p:grpSp>
      <p:sp>
        <p:nvSpPr>
          <p:cNvPr id="19" name="Fußzeilenplatzhalter 4">
            <a:extLst>
              <a:ext uri="{FF2B5EF4-FFF2-40B4-BE49-F238E27FC236}">
                <a16:creationId xmlns:a16="http://schemas.microsoft.com/office/drawing/2014/main" id="{59583108-7DCC-420D-8ED1-168F717A27A4}"/>
              </a:ext>
            </a:extLst>
          </p:cNvPr>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a:t>USV</a:t>
            </a:r>
            <a:endParaRPr lang="de-DE" dirty="0"/>
          </a:p>
        </p:txBody>
      </p:sp>
    </p:spTree>
    <p:extLst>
      <p:ext uri="{BB962C8B-B14F-4D97-AF65-F5344CB8AC3E}">
        <p14:creationId xmlns:p14="http://schemas.microsoft.com/office/powerpoint/2010/main" val="4251287452"/>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F9F5B8939F43434E9A7E5C84D965FB98" ma:contentTypeVersion="14" ma:contentTypeDescription="Ein neues Dokument erstellen." ma:contentTypeScope="" ma:versionID="cb1b2f4e65b36d7746a6d39e6383dd81">
  <xsd:schema xmlns:xsd="http://www.w3.org/2001/XMLSchema" xmlns:xs="http://www.w3.org/2001/XMLSchema" xmlns:p="http://schemas.microsoft.com/office/2006/metadata/properties" xmlns:ns2="ede1fd44-d48b-4acc-93a9-7232e348765c" xmlns:ns3="608bb3de-e057-44e8-a2c8-29502d9047a8" targetNamespace="http://schemas.microsoft.com/office/2006/metadata/properties" ma:root="true" ma:fieldsID="993ab7a15a3d16771fc42c1e2fdef604" ns2:_="" ns3:_="">
    <xsd:import namespace="ede1fd44-d48b-4acc-93a9-7232e348765c"/>
    <xsd:import namespace="608bb3de-e057-44e8-a2c8-29502d9047a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e1fd44-d48b-4acc-93a9-7232e348765c" elementFormDefault="qualified">
    <xsd:import namespace="http://schemas.microsoft.com/office/2006/documentManagement/types"/>
    <xsd:import namespace="http://schemas.microsoft.com/office/infopath/2007/PartnerControls"/>
    <xsd:element name="SharedWithUsers" ma:index="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Freigegeben für - Details" ma:internalName="SharedWithDetails" ma:readOnly="true">
      <xsd:simpleType>
        <xsd:restriction base="dms:Note">
          <xsd:maxLength value="255"/>
        </xsd:restriction>
      </xsd:simpleType>
    </xsd:element>
    <xsd:element name="TaxCatchAll" ma:index="16" nillable="true" ma:displayName="Taxonomy Catch All Column" ma:hidden="true" ma:list="{eef7f7d9-06e0-4679-92c3-9fb107ffff72}" ma:internalName="TaxCatchAll" ma:showField="CatchAllData" ma:web="ede1fd44-d48b-4acc-93a9-7232e348765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08bb3de-e057-44e8-a2c8-29502d9047a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Bildmarkierungen" ma:readOnly="false" ma:fieldId="{5cf76f15-5ced-4ddc-b409-7134ff3c332f}" ma:taxonomyMulti="true" ma:sspId="9f0a14e0-267a-4aec-938c-d787320d60ad"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ede1fd44-d48b-4acc-93a9-7232e348765c">
      <UserInfo>
        <DisplayName/>
        <AccountId xsi:nil="true"/>
        <AccountType/>
      </UserInfo>
    </SharedWithUsers>
    <TaxCatchAll xmlns="ede1fd44-d48b-4acc-93a9-7232e348765c" xsi:nil="true"/>
    <lcf76f155ced4ddcb4097134ff3c332f xmlns="608bb3de-e057-44e8-a2c8-29502d9047a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78A7B5-7FC9-455C-B958-2C2017017B54}"/>
</file>

<file path=customXml/itemProps2.xml><?xml version="1.0" encoding="utf-8"?>
<ds:datastoreItem xmlns:ds="http://schemas.openxmlformats.org/officeDocument/2006/customXml" ds:itemID="{F27FFCCC-AE8A-4325-868C-DBF8F68E1156}">
  <ds:schemaRefs>
    <ds:schemaRef ds:uri="http://schemas.microsoft.com/office/2006/metadata/properties"/>
    <ds:schemaRef ds:uri="http://schemas.microsoft.com/office/infopath/2007/PartnerControls"/>
    <ds:schemaRef ds:uri="ede1fd44-d48b-4acc-93a9-7232e348765c"/>
  </ds:schemaRefs>
</ds:datastoreItem>
</file>

<file path=customXml/itemProps3.xml><?xml version="1.0" encoding="utf-8"?>
<ds:datastoreItem xmlns:ds="http://schemas.openxmlformats.org/officeDocument/2006/customXml" ds:itemID="{1BC05FAD-9D3E-4677-B129-E71E690B64A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1686</Words>
  <Application>Microsoft Office PowerPoint</Application>
  <PresentationFormat>Breitbild</PresentationFormat>
  <Paragraphs>415</Paragraphs>
  <Slides>39</Slides>
  <Notes>33</Notes>
  <HiddenSlides>0</HiddenSlides>
  <MMClips>0</MMClips>
  <ScaleCrop>false</ScaleCrop>
  <HeadingPairs>
    <vt:vector size="4" baseType="variant">
      <vt:variant>
        <vt:lpstr>Design</vt:lpstr>
      </vt:variant>
      <vt:variant>
        <vt:i4>1</vt:i4>
      </vt:variant>
      <vt:variant>
        <vt:lpstr>Folientitel</vt:lpstr>
      </vt:variant>
      <vt:variant>
        <vt:i4>39</vt:i4>
      </vt:variant>
    </vt:vector>
  </HeadingPairs>
  <TitlesOfParts>
    <vt:vector size="40" baseType="lpstr">
      <vt:lpstr>1_Office</vt:lpstr>
      <vt:lpstr>Unterbrechungsfreie Stromversorgung </vt:lpstr>
      <vt:lpstr>Themenübersicht</vt:lpstr>
      <vt:lpstr>PowerPoint-Präsentation</vt:lpstr>
      <vt:lpstr>Was ist eine USV?</vt:lpstr>
      <vt:lpstr>Was ist eine USV?</vt:lpstr>
      <vt:lpstr>PowerPoint-Präsentation</vt:lpstr>
      <vt:lpstr>USV - Bauformen  </vt:lpstr>
      <vt:lpstr>USV - Bauformen  </vt:lpstr>
      <vt:lpstr>USV - Bauformen  </vt:lpstr>
      <vt:lpstr>USV - Bauformen  </vt:lpstr>
      <vt:lpstr>USV - Bauformen  </vt:lpstr>
      <vt:lpstr>USV - Aufbau  </vt:lpstr>
      <vt:lpstr>PowerPoint-Präsentation</vt:lpstr>
      <vt:lpstr>USV - Einsatzgebiete </vt:lpstr>
      <vt:lpstr>USV - Einsatzgebiete </vt:lpstr>
      <vt:lpstr>USV - Klassen</vt:lpstr>
      <vt:lpstr>USV - Klassen</vt:lpstr>
      <vt:lpstr>USV - Klassen</vt:lpstr>
      <vt:lpstr>USV - Klassen</vt:lpstr>
      <vt:lpstr>USV - Klassen</vt:lpstr>
      <vt:lpstr>USV - Klassen</vt:lpstr>
      <vt:lpstr>USV - Klassen</vt:lpstr>
      <vt:lpstr>USV - Klassen</vt:lpstr>
      <vt:lpstr>USV - Klassen</vt:lpstr>
      <vt:lpstr>USV - Klassen</vt:lpstr>
      <vt:lpstr>USV - Klassen</vt:lpstr>
      <vt:lpstr>USV - Klassen</vt:lpstr>
      <vt:lpstr>USV - Klassen</vt:lpstr>
      <vt:lpstr>USV - Klassen</vt:lpstr>
      <vt:lpstr>USV - Klassen</vt:lpstr>
      <vt:lpstr>PowerPoint-Präsentation</vt:lpstr>
      <vt:lpstr>USV - Kaufkriterien</vt:lpstr>
      <vt:lpstr>USV - Kaufkriterien</vt:lpstr>
      <vt:lpstr>USV - Kaufkriterien</vt:lpstr>
      <vt:lpstr>PowerPoint-Präsentation</vt:lpstr>
      <vt:lpstr>USV - Berechnung</vt:lpstr>
      <vt:lpstr>USV - Berechnung</vt:lpstr>
      <vt:lpstr>USV - Berechnung</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Sebastian Broers</dc:creator>
  <cp:lastModifiedBy>Maurizio Centineo</cp:lastModifiedBy>
  <cp:revision>76</cp:revision>
  <dcterms:created xsi:type="dcterms:W3CDTF">2021-05-05T13:47:09Z</dcterms:created>
  <dcterms:modified xsi:type="dcterms:W3CDTF">2024-02-12T09:12:18Z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0x010100F9F5B8939F43434E9A7E5C84D965FB98</vt:lpwstr>
  </property>
  <property fmtid="{D5CDD505-2E9C-101B-9397-08002B2CF9AE}" pid="3" name="Order">
    <vt:r8>124800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